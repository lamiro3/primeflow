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902" r:id="rId2"/>
    <p:sldId id="923" r:id="rId3"/>
    <p:sldId id="914" r:id="rId4"/>
    <p:sldId id="904" r:id="rId5"/>
    <p:sldId id="915" r:id="rId6"/>
    <p:sldId id="924" r:id="rId7"/>
    <p:sldId id="905" r:id="rId8"/>
    <p:sldId id="916" r:id="rId9"/>
    <p:sldId id="925" r:id="rId10"/>
    <p:sldId id="917" r:id="rId11"/>
    <p:sldId id="918" r:id="rId12"/>
    <p:sldId id="926" r:id="rId13"/>
    <p:sldId id="910" r:id="rId14"/>
    <p:sldId id="920" r:id="rId15"/>
    <p:sldId id="912" r:id="rId16"/>
    <p:sldId id="927" r:id="rId17"/>
    <p:sldId id="909" r:id="rId18"/>
    <p:sldId id="921" r:id="rId19"/>
    <p:sldId id="922" r:id="rId2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8CBAD"/>
    <a:srgbClr val="ECF4FB"/>
    <a:srgbClr val="2804DA"/>
    <a:srgbClr val="FFFFFF"/>
    <a:srgbClr val="C49500"/>
    <a:srgbClr val="006C31"/>
    <a:srgbClr val="FFFDD0"/>
    <a:srgbClr val="FDF0E6"/>
    <a:srgbClr val="DB0D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73FF5-DD98-460E-9CEE-F89EEA81ECBD}" v="272" dt="2026-08-30T10:28:02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37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966" y="318"/>
      </p:cViewPr>
      <p:guideLst>
        <p:guide orient="horz" pos="2160"/>
        <p:guide pos="3840"/>
      </p:guideLst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현 고" userId="e678494651c46122" providerId="LiveId" clId="{539C6FA0-F84E-4B39-A3A5-84203512A6BB}"/>
    <pc:docChg chg="undo custSel addSld delSld modSld sldOrd addSection delSection modSection">
      <pc:chgData name="태현 고" userId="e678494651c46122" providerId="LiveId" clId="{539C6FA0-F84E-4B39-A3A5-84203512A6BB}" dt="2026-08-30T10:35:42.837" v="15070" actId="207"/>
      <pc:docMkLst>
        <pc:docMk/>
      </pc:docMkLst>
      <pc:sldChg chg="addSp delSp modSp add del mod modNotesTx">
        <pc:chgData name="태현 고" userId="e678494651c46122" providerId="LiveId" clId="{539C6FA0-F84E-4B39-A3A5-84203512A6BB}" dt="2026-08-30T10:26:59.302" v="14989" actId="1076"/>
        <pc:sldMkLst>
          <pc:docMk/>
          <pc:sldMk cId="1511633626" sldId="901"/>
        </pc:sldMkLst>
        <pc:spChg chg="add mod">
          <ac:chgData name="태현 고" userId="e678494651c46122" providerId="LiveId" clId="{539C6FA0-F84E-4B39-A3A5-84203512A6BB}" dt="2026-08-30T10:26:59.302" v="14989" actId="1076"/>
          <ac:spMkLst>
            <pc:docMk/>
            <pc:sldMk cId="1511633626" sldId="901"/>
            <ac:spMk id="2" creationId="{BCE800EE-1580-959A-E222-5135C4E502F5}"/>
          </ac:spMkLst>
        </pc:spChg>
        <pc:spChg chg="mod">
          <ac:chgData name="태현 고" userId="e678494651c46122" providerId="LiveId" clId="{539C6FA0-F84E-4B39-A3A5-84203512A6BB}" dt="2026-08-30T07:18:24.037" v="14244" actId="20577"/>
          <ac:spMkLst>
            <pc:docMk/>
            <pc:sldMk cId="1511633626" sldId="901"/>
            <ac:spMk id="8" creationId="{B398B291-AB94-D64B-FA10-0D176B69A1B6}"/>
          </ac:spMkLst>
        </pc:spChg>
        <pc:spChg chg="mod">
          <ac:chgData name="태현 고" userId="e678494651c46122" providerId="LiveId" clId="{539C6FA0-F84E-4B39-A3A5-84203512A6BB}" dt="2026-08-30T02:25:34.443" v="11640" actId="20577"/>
          <ac:spMkLst>
            <pc:docMk/>
            <pc:sldMk cId="1511633626" sldId="901"/>
            <ac:spMk id="10" creationId="{3FC79694-7221-74FF-F620-2FF38DD62926}"/>
          </ac:spMkLst>
        </pc:spChg>
        <pc:spChg chg="mod">
          <ac:chgData name="태현 고" userId="e678494651c46122" providerId="LiveId" clId="{539C6FA0-F84E-4B39-A3A5-84203512A6BB}" dt="2026-08-04T05:10:40.824" v="10186"/>
          <ac:spMkLst>
            <pc:docMk/>
            <pc:sldMk cId="1511633626" sldId="901"/>
            <ac:spMk id="11" creationId="{9DD93C15-1549-E1BF-A99B-CF0CDA241C52}"/>
          </ac:spMkLst>
        </pc:spChg>
        <pc:grpChg chg="add mod">
          <ac:chgData name="태현 고" userId="e678494651c46122" providerId="LiveId" clId="{539C6FA0-F84E-4B39-A3A5-84203512A6BB}" dt="2026-08-04T05:10:40.824" v="10186"/>
          <ac:grpSpMkLst>
            <pc:docMk/>
            <pc:sldMk cId="1511633626" sldId="901"/>
            <ac:grpSpMk id="9" creationId="{E47751DB-EE97-6F4C-3EE5-CE25564090F9}"/>
          </ac:grpSpMkLst>
        </pc:grpChg>
        <pc:picChg chg="add mod">
          <ac:chgData name="태현 고" userId="e678494651c46122" providerId="LiveId" clId="{539C6FA0-F84E-4B39-A3A5-84203512A6BB}" dt="2026-08-30T06:05:35.238" v="13607" actId="1076"/>
          <ac:picMkLst>
            <pc:docMk/>
            <pc:sldMk cId="1511633626" sldId="901"/>
            <ac:picMk id="5" creationId="{2052DBED-BBE1-D4C3-23E7-92BC95CB6154}"/>
          </ac:picMkLst>
        </pc:picChg>
      </pc:sldChg>
      <pc:sldChg chg="addSp modSp add del mod modNotesTx">
        <pc:chgData name="태현 고" userId="e678494651c46122" providerId="LiveId" clId="{539C6FA0-F84E-4B39-A3A5-84203512A6BB}" dt="2026-08-30T10:26:36.996" v="14987" actId="20577"/>
        <pc:sldMkLst>
          <pc:docMk/>
          <pc:sldMk cId="2982395436" sldId="902"/>
        </pc:sldMkLst>
        <pc:spChg chg="mod">
          <ac:chgData name="태현 고" userId="e678494651c46122" providerId="LiveId" clId="{539C6FA0-F84E-4B39-A3A5-84203512A6BB}" dt="2026-08-30T04:36:51.751" v="13402" actId="20577"/>
          <ac:spMkLst>
            <pc:docMk/>
            <pc:sldMk cId="2982395436" sldId="902"/>
            <ac:spMk id="2" creationId="{00000000-0000-0000-0000-000000000000}"/>
          </ac:spMkLst>
        </pc:spChg>
        <pc:spChg chg="add mod">
          <ac:chgData name="태현 고" userId="e678494651c46122" providerId="LiveId" clId="{539C6FA0-F84E-4B39-A3A5-84203512A6BB}" dt="2026-08-30T04:39:04.069" v="13443" actId="1076"/>
          <ac:spMkLst>
            <pc:docMk/>
            <pc:sldMk cId="2982395436" sldId="902"/>
            <ac:spMk id="3" creationId="{6A9741C9-0DBC-C3E4-95AD-B6E73E34B47E}"/>
          </ac:spMkLst>
        </pc:spChg>
        <pc:spChg chg="mod">
          <ac:chgData name="태현 고" userId="e678494651c46122" providerId="LiveId" clId="{539C6FA0-F84E-4B39-A3A5-84203512A6BB}" dt="2026-08-30T10:26:36.996" v="14987" actId="20577"/>
          <ac:spMkLst>
            <pc:docMk/>
            <pc:sldMk cId="2982395436" sldId="902"/>
            <ac:spMk id="10" creationId="{AA4F9454-58B4-06D7-C2E1-F1992F64B3F1}"/>
          </ac:spMkLst>
        </pc:spChg>
      </pc:sldChg>
      <pc:sldChg chg="addSp delSp modSp add mod modNotesTx">
        <pc:chgData name="태현 고" userId="e678494651c46122" providerId="LiveId" clId="{539C6FA0-F84E-4B39-A3A5-84203512A6BB}" dt="2026-08-30T10:30:44.052" v="15021" actId="13926"/>
        <pc:sldMkLst>
          <pc:docMk/>
          <pc:sldMk cId="1164379346" sldId="903"/>
        </pc:sldMkLst>
        <pc:spChg chg="add del mod">
          <ac:chgData name="태현 고" userId="e678494651c46122" providerId="LiveId" clId="{539C6FA0-F84E-4B39-A3A5-84203512A6BB}" dt="2026-08-30T05:45:28.929" v="13461" actId="478"/>
          <ac:spMkLst>
            <pc:docMk/>
            <pc:sldMk cId="1164379346" sldId="903"/>
            <ac:spMk id="5" creationId="{6C8797FF-78B6-D200-35AA-DA2727329BD6}"/>
          </ac:spMkLst>
        </pc:spChg>
        <pc:spChg chg="add del">
          <ac:chgData name="태현 고" userId="e678494651c46122" providerId="LiveId" clId="{539C6FA0-F84E-4B39-A3A5-84203512A6BB}" dt="2026-08-30T06:51:44.547" v="13816" actId="22"/>
          <ac:spMkLst>
            <pc:docMk/>
            <pc:sldMk cId="1164379346" sldId="903"/>
            <ac:spMk id="5" creationId="{805D7124-B750-1625-D1F7-D1C5CA1D02B7}"/>
          </ac:spMkLst>
        </pc:spChg>
        <pc:spChg chg="add del mod">
          <ac:chgData name="태현 고" userId="e678494651c46122" providerId="LiveId" clId="{539C6FA0-F84E-4B39-A3A5-84203512A6BB}" dt="2026-08-30T05:45:25.303" v="13460" actId="478"/>
          <ac:spMkLst>
            <pc:docMk/>
            <pc:sldMk cId="1164379346" sldId="903"/>
            <ac:spMk id="7" creationId="{9F69FB4B-4288-91EA-6911-9381E7AEE064}"/>
          </ac:spMkLst>
        </pc:spChg>
        <pc:spChg chg="mod">
          <ac:chgData name="태현 고" userId="e678494651c46122" providerId="LiveId" clId="{539C6FA0-F84E-4B39-A3A5-84203512A6BB}" dt="2026-08-30T07:18:28.239" v="14251" actId="20577"/>
          <ac:spMkLst>
            <pc:docMk/>
            <pc:sldMk cId="1164379346" sldId="903"/>
            <ac:spMk id="8" creationId="{874DA359-9815-C060-6E1C-E2001F0A6468}"/>
          </ac:spMkLst>
        </pc:spChg>
        <pc:spChg chg="mod">
          <ac:chgData name="태현 고" userId="e678494651c46122" providerId="LiveId" clId="{539C6FA0-F84E-4B39-A3A5-84203512A6BB}" dt="2026-08-30T07:17:53.593" v="14237" actId="20577"/>
          <ac:spMkLst>
            <pc:docMk/>
            <pc:sldMk cId="1164379346" sldId="903"/>
            <ac:spMk id="10" creationId="{1477E023-E9A3-CE6B-E254-B43D33CEA01B}"/>
          </ac:spMkLst>
        </pc:spChg>
        <pc:spChg chg="add mod">
          <ac:chgData name="태현 고" userId="e678494651c46122" providerId="LiveId" clId="{539C6FA0-F84E-4B39-A3A5-84203512A6BB}" dt="2026-08-30T07:16:02.493" v="14177" actId="14100"/>
          <ac:spMkLst>
            <pc:docMk/>
            <pc:sldMk cId="1164379346" sldId="903"/>
            <ac:spMk id="24" creationId="{6E453470-CFA2-6F60-589A-253293ADBAD8}"/>
          </ac:spMkLst>
        </pc:spChg>
        <pc:spChg chg="add mod">
          <ac:chgData name="태현 고" userId="e678494651c46122" providerId="LiveId" clId="{539C6FA0-F84E-4B39-A3A5-84203512A6BB}" dt="2026-08-30T07:17:08.929" v="14192" actId="14100"/>
          <ac:spMkLst>
            <pc:docMk/>
            <pc:sldMk cId="1164379346" sldId="903"/>
            <ac:spMk id="30" creationId="{2FD3DEBE-36F6-03A4-D654-791B7CA391A4}"/>
          </ac:spMkLst>
        </pc:spChg>
        <pc:spChg chg="add mod">
          <ac:chgData name="태현 고" userId="e678494651c46122" providerId="LiveId" clId="{539C6FA0-F84E-4B39-A3A5-84203512A6BB}" dt="2026-08-30T10:28:13.389" v="14995" actId="1076"/>
          <ac:spMkLst>
            <pc:docMk/>
            <pc:sldMk cId="1164379346" sldId="903"/>
            <ac:spMk id="31" creationId="{48D1AAA0-97D0-677B-786B-9DEABDF0C2D6}"/>
          </ac:spMkLst>
        </pc:spChg>
        <pc:spChg chg="add mod">
          <ac:chgData name="태현 고" userId="e678494651c46122" providerId="LiveId" clId="{539C6FA0-F84E-4B39-A3A5-84203512A6BB}" dt="2026-08-30T10:28:19.276" v="14997" actId="1076"/>
          <ac:spMkLst>
            <pc:docMk/>
            <pc:sldMk cId="1164379346" sldId="903"/>
            <ac:spMk id="33" creationId="{D211C6A0-A542-6F80-A2CC-D5FEB864F94F}"/>
          </ac:spMkLst>
        </pc:spChg>
        <pc:spChg chg="add del mod">
          <ac:chgData name="태현 고" userId="e678494651c46122" providerId="LiveId" clId="{539C6FA0-F84E-4B39-A3A5-84203512A6BB}" dt="2026-08-30T10:28:39.037" v="15004" actId="20577"/>
          <ac:spMkLst>
            <pc:docMk/>
            <pc:sldMk cId="1164379346" sldId="903"/>
            <ac:spMk id="35" creationId="{B5EF1373-9F88-4793-2ED8-01C0666747DC}"/>
          </ac:spMkLst>
        </pc:spChg>
        <pc:spChg chg="add del">
          <ac:chgData name="태현 고" userId="e678494651c46122" providerId="LiveId" clId="{539C6FA0-F84E-4B39-A3A5-84203512A6BB}" dt="2026-08-30T10:28:42.454" v="15006" actId="22"/>
          <ac:spMkLst>
            <pc:docMk/>
            <pc:sldMk cId="1164379346" sldId="903"/>
            <ac:spMk id="37" creationId="{68A2510A-F0B8-FB9B-5000-C70C14EAAAB3}"/>
          </ac:spMkLst>
        </pc:spChg>
        <pc:spChg chg="add del mod">
          <ac:chgData name="태현 고" userId="e678494651c46122" providerId="LiveId" clId="{539C6FA0-F84E-4B39-A3A5-84203512A6BB}" dt="2026-08-30T10:28:47.534" v="15009" actId="478"/>
          <ac:spMkLst>
            <pc:docMk/>
            <pc:sldMk cId="1164379346" sldId="903"/>
            <ac:spMk id="39" creationId="{EAC79249-F2C9-1F39-1D07-854BAD6A70F1}"/>
          </ac:spMkLst>
        </pc:spChg>
        <pc:spChg chg="add mod">
          <ac:chgData name="태현 고" userId="e678494651c46122" providerId="LiveId" clId="{539C6FA0-F84E-4B39-A3A5-84203512A6BB}" dt="2026-08-30T10:28:55.352" v="15011" actId="1076"/>
          <ac:spMkLst>
            <pc:docMk/>
            <pc:sldMk cId="1164379346" sldId="903"/>
            <ac:spMk id="41" creationId="{E0EB6B05-1C94-2B34-E781-AE8E8D951DDC}"/>
          </ac:spMkLst>
        </pc:spChg>
        <pc:spChg chg="add mod">
          <ac:chgData name="태현 고" userId="e678494651c46122" providerId="LiveId" clId="{539C6FA0-F84E-4B39-A3A5-84203512A6BB}" dt="2026-08-30T10:30:12.055" v="15016" actId="20577"/>
          <ac:spMkLst>
            <pc:docMk/>
            <pc:sldMk cId="1164379346" sldId="903"/>
            <ac:spMk id="43" creationId="{440558C5-F8AD-BB81-6369-607BB9F42EEA}"/>
          </ac:spMkLst>
        </pc:spChg>
        <pc:spChg chg="add mod">
          <ac:chgData name="태현 고" userId="e678494651c46122" providerId="LiveId" clId="{539C6FA0-F84E-4B39-A3A5-84203512A6BB}" dt="2026-08-30T10:30:44.052" v="15021" actId="13926"/>
          <ac:spMkLst>
            <pc:docMk/>
            <pc:sldMk cId="1164379346" sldId="903"/>
            <ac:spMk id="45" creationId="{B69AAD04-E7A8-03D8-5290-1DC16E61BC77}"/>
          </ac:spMkLst>
        </pc:spChg>
        <pc:picChg chg="add mod">
          <ac:chgData name="태현 고" userId="e678494651c46122" providerId="LiveId" clId="{539C6FA0-F84E-4B39-A3A5-84203512A6BB}" dt="2026-08-30T07:12:02.195" v="14143" actId="1076"/>
          <ac:picMkLst>
            <pc:docMk/>
            <pc:sldMk cId="1164379346" sldId="903"/>
            <ac:picMk id="3" creationId="{44FA35FB-1258-2BAA-E638-B528613167F7}"/>
          </ac:picMkLst>
        </pc:picChg>
        <pc:inkChg chg="add del">
          <ac:chgData name="태현 고" userId="e678494651c46122" providerId="LiveId" clId="{539C6FA0-F84E-4B39-A3A5-84203512A6BB}" dt="2026-08-30T07:12:41.756" v="14145" actId="9405"/>
          <ac:inkMkLst>
            <pc:docMk/>
            <pc:sldMk cId="1164379346" sldId="903"/>
            <ac:inkMk id="6" creationId="{23B7DC2D-2D22-F864-F879-9F229B51DEFD}"/>
          </ac:inkMkLst>
        </pc:inkChg>
        <pc:inkChg chg="add del">
          <ac:chgData name="태현 고" userId="e678494651c46122" providerId="LiveId" clId="{539C6FA0-F84E-4B39-A3A5-84203512A6BB}" dt="2026-08-30T07:12:47.403" v="14147" actId="9405"/>
          <ac:inkMkLst>
            <pc:docMk/>
            <pc:sldMk cId="1164379346" sldId="903"/>
            <ac:inkMk id="7" creationId="{5B9DA578-D6C0-9FA2-C0F3-76CAAF5FE0E9}"/>
          </ac:inkMkLst>
        </pc:inkChg>
        <pc:inkChg chg="add del">
          <ac:chgData name="태현 고" userId="e678494651c46122" providerId="LiveId" clId="{539C6FA0-F84E-4B39-A3A5-84203512A6BB}" dt="2026-08-30T07:13:20.214" v="14158" actId="9405"/>
          <ac:inkMkLst>
            <pc:docMk/>
            <pc:sldMk cId="1164379346" sldId="903"/>
            <ac:inkMk id="12" creationId="{CF38E511-5CA1-38A8-32C3-91775CCAA9ED}"/>
          </ac:inkMkLst>
        </pc:inkChg>
        <pc:inkChg chg="add del">
          <ac:chgData name="태현 고" userId="e678494651c46122" providerId="LiveId" clId="{539C6FA0-F84E-4B39-A3A5-84203512A6BB}" dt="2026-08-30T07:13:19.914" v="14157" actId="9405"/>
          <ac:inkMkLst>
            <pc:docMk/>
            <pc:sldMk cId="1164379346" sldId="903"/>
            <ac:inkMk id="13" creationId="{97C1D296-85A8-D435-54C4-D98720E581B1}"/>
          </ac:inkMkLst>
        </pc:inkChg>
        <pc:inkChg chg="add">
          <ac:chgData name="태현 고" userId="e678494651c46122" providerId="LiveId" clId="{539C6FA0-F84E-4B39-A3A5-84203512A6BB}" dt="2026-08-30T07:13:23.694" v="14159" actId="9405"/>
          <ac:inkMkLst>
            <pc:docMk/>
            <pc:sldMk cId="1164379346" sldId="903"/>
            <ac:inkMk id="14" creationId="{4862CAA7-9F31-9508-0DDC-96A0D6224395}"/>
          </ac:inkMkLst>
        </pc:inkChg>
        <pc:inkChg chg="add">
          <ac:chgData name="태현 고" userId="e678494651c46122" providerId="LiveId" clId="{539C6FA0-F84E-4B39-A3A5-84203512A6BB}" dt="2026-08-30T07:13:33.558" v="14160" actId="9405"/>
          <ac:inkMkLst>
            <pc:docMk/>
            <pc:sldMk cId="1164379346" sldId="903"/>
            <ac:inkMk id="15" creationId="{1E827456-005F-C276-5A0F-513BAE06BD24}"/>
          </ac:inkMkLst>
        </pc:inkChg>
        <pc:inkChg chg="add">
          <ac:chgData name="태현 고" userId="e678494651c46122" providerId="LiveId" clId="{539C6FA0-F84E-4B39-A3A5-84203512A6BB}" dt="2026-08-30T07:13:53.400" v="14161" actId="9405"/>
          <ac:inkMkLst>
            <pc:docMk/>
            <pc:sldMk cId="1164379346" sldId="903"/>
            <ac:inkMk id="16" creationId="{59FB8589-1CC0-CB45-4120-7F44E7B3C4BC}"/>
          </ac:inkMkLst>
        </pc:inkChg>
        <pc:inkChg chg="add del">
          <ac:chgData name="태현 고" userId="e678494651c46122" providerId="LiveId" clId="{539C6FA0-F84E-4B39-A3A5-84203512A6BB}" dt="2026-08-30T07:13:57.536" v="14163" actId="9405"/>
          <ac:inkMkLst>
            <pc:docMk/>
            <pc:sldMk cId="1164379346" sldId="903"/>
            <ac:inkMk id="17" creationId="{AFF9902E-BC5D-95D3-7036-FE6699E88AC3}"/>
          </ac:inkMkLst>
        </pc:inkChg>
        <pc:inkChg chg="add">
          <ac:chgData name="태현 고" userId="e678494651c46122" providerId="LiveId" clId="{539C6FA0-F84E-4B39-A3A5-84203512A6BB}" dt="2026-08-30T07:14:01.501" v="14164" actId="9405"/>
          <ac:inkMkLst>
            <pc:docMk/>
            <pc:sldMk cId="1164379346" sldId="903"/>
            <ac:inkMk id="18" creationId="{710913C6-D84E-C162-6D85-0124371E1813}"/>
          </ac:inkMkLst>
        </pc:inkChg>
        <pc:inkChg chg="add del">
          <ac:chgData name="태현 고" userId="e678494651c46122" providerId="LiveId" clId="{539C6FA0-F84E-4B39-A3A5-84203512A6BB}" dt="2026-08-30T07:14:27.444" v="14166" actId="9405"/>
          <ac:inkMkLst>
            <pc:docMk/>
            <pc:sldMk cId="1164379346" sldId="903"/>
            <ac:inkMk id="19" creationId="{94FAECBA-4EE7-ADED-8E64-9DE2F8898267}"/>
          </ac:inkMkLst>
        </pc:inkChg>
        <pc:inkChg chg="add del">
          <ac:chgData name="태현 고" userId="e678494651c46122" providerId="LiveId" clId="{539C6FA0-F84E-4B39-A3A5-84203512A6BB}" dt="2026-08-30T07:14:40.123" v="14168" actId="9405"/>
          <ac:inkMkLst>
            <pc:docMk/>
            <pc:sldMk cId="1164379346" sldId="903"/>
            <ac:inkMk id="20" creationId="{4BA54825-8DF6-8CCD-597F-951FE33DE188}"/>
          </ac:inkMkLst>
        </pc:inkChg>
        <pc:inkChg chg="add">
          <ac:chgData name="태현 고" userId="e678494651c46122" providerId="LiveId" clId="{539C6FA0-F84E-4B39-A3A5-84203512A6BB}" dt="2026-08-30T07:14:50.391" v="14169" actId="9405"/>
          <ac:inkMkLst>
            <pc:docMk/>
            <pc:sldMk cId="1164379346" sldId="903"/>
            <ac:inkMk id="21" creationId="{F961DD5D-DD5A-337F-9B9E-242E5EB90EBB}"/>
          </ac:inkMkLst>
        </pc:inkChg>
        <pc:inkChg chg="add del">
          <ac:chgData name="태현 고" userId="e678494651c46122" providerId="LiveId" clId="{539C6FA0-F84E-4B39-A3A5-84203512A6BB}" dt="2026-08-30T07:15:00.622" v="14171" actId="9405"/>
          <ac:inkMkLst>
            <pc:docMk/>
            <pc:sldMk cId="1164379346" sldId="903"/>
            <ac:inkMk id="22" creationId="{85D530E7-DF85-4489-D924-F9F021703DC1}"/>
          </ac:inkMkLst>
        </pc:inkChg>
        <pc:inkChg chg="add">
          <ac:chgData name="태현 고" userId="e678494651c46122" providerId="LiveId" clId="{539C6FA0-F84E-4B39-A3A5-84203512A6BB}" dt="2026-08-30T07:15:02.622" v="14172" actId="9405"/>
          <ac:inkMkLst>
            <pc:docMk/>
            <pc:sldMk cId="1164379346" sldId="903"/>
            <ac:inkMk id="23" creationId="{F24B9B16-9B72-E63F-5275-805139B16060}"/>
          </ac:inkMkLst>
        </pc:inkChg>
        <pc:inkChg chg="add del">
          <ac:chgData name="태현 고" userId="e678494651c46122" providerId="LiveId" clId="{539C6FA0-F84E-4B39-A3A5-84203512A6BB}" dt="2026-08-30T07:16:22.431" v="14181" actId="9405"/>
          <ac:inkMkLst>
            <pc:docMk/>
            <pc:sldMk cId="1164379346" sldId="903"/>
            <ac:inkMk id="25" creationId="{19C3A794-B107-8F06-9188-191766CE216B}"/>
          </ac:inkMkLst>
        </pc:inkChg>
        <pc:inkChg chg="add">
          <ac:chgData name="태현 고" userId="e678494651c46122" providerId="LiveId" clId="{539C6FA0-F84E-4B39-A3A5-84203512A6BB}" dt="2026-08-30T07:16:20.222" v="14179"/>
          <ac:inkMkLst>
            <pc:docMk/>
            <pc:sldMk cId="1164379346" sldId="903"/>
            <ac:inkMk id="26" creationId="{4F2D6FCA-47A6-9265-F8A4-94240B604415}"/>
          </ac:inkMkLst>
        </pc:inkChg>
        <pc:inkChg chg="add del">
          <ac:chgData name="태현 고" userId="e678494651c46122" providerId="LiveId" clId="{539C6FA0-F84E-4B39-A3A5-84203512A6BB}" dt="2026-08-30T07:16:38.481" v="14183" actId="9405"/>
          <ac:inkMkLst>
            <pc:docMk/>
            <pc:sldMk cId="1164379346" sldId="903"/>
            <ac:inkMk id="27" creationId="{AC1A9F97-D695-AFC3-3DD6-2D91D70451BD}"/>
          </ac:inkMkLst>
        </pc:inkChg>
        <pc:inkChg chg="add del">
          <ac:chgData name="태현 고" userId="e678494651c46122" providerId="LiveId" clId="{539C6FA0-F84E-4B39-A3A5-84203512A6BB}" dt="2026-08-30T07:16:41.661" v="14185" actId="9405"/>
          <ac:inkMkLst>
            <pc:docMk/>
            <pc:sldMk cId="1164379346" sldId="903"/>
            <ac:inkMk id="28" creationId="{45B6C845-25F6-5A81-FBDD-479ED5B70A20}"/>
          </ac:inkMkLst>
        </pc:inkChg>
        <pc:inkChg chg="add del">
          <ac:chgData name="태현 고" userId="e678494651c46122" providerId="LiveId" clId="{539C6FA0-F84E-4B39-A3A5-84203512A6BB}" dt="2026-08-30T07:16:44.501" v="14187" actId="9405"/>
          <ac:inkMkLst>
            <pc:docMk/>
            <pc:sldMk cId="1164379346" sldId="903"/>
            <ac:inkMk id="29" creationId="{BEC3067D-34B3-2FB6-B731-30102C900F93}"/>
          </ac:inkMkLst>
        </pc:inkChg>
      </pc:sldChg>
      <pc:sldChg chg="addSp delSp modSp add mod">
        <pc:chgData name="태현 고" userId="e678494651c46122" providerId="LiveId" clId="{539C6FA0-F84E-4B39-A3A5-84203512A6BB}" dt="2026-08-30T08:10:27.477" v="14682" actId="14100"/>
        <pc:sldMkLst>
          <pc:docMk/>
          <pc:sldMk cId="1554958783" sldId="904"/>
        </pc:sldMkLst>
        <pc:spChg chg="add mod">
          <ac:chgData name="태현 고" userId="e678494651c46122" providerId="LiveId" clId="{539C6FA0-F84E-4B39-A3A5-84203512A6BB}" dt="2026-08-30T08:10:04.817" v="14680" actId="207"/>
          <ac:spMkLst>
            <pc:docMk/>
            <pc:sldMk cId="1554958783" sldId="904"/>
            <ac:spMk id="3" creationId="{FFDA9EBE-7CCF-8199-5D23-5A6A463A8F24}"/>
          </ac:spMkLst>
        </pc:spChg>
        <pc:spChg chg="add mod">
          <ac:chgData name="태현 고" userId="e678494651c46122" providerId="LiveId" clId="{539C6FA0-F84E-4B39-A3A5-84203512A6BB}" dt="2026-08-30T08:10:27.477" v="14682" actId="14100"/>
          <ac:spMkLst>
            <pc:docMk/>
            <pc:sldMk cId="1554958783" sldId="904"/>
            <ac:spMk id="5" creationId="{4856CDF4-8CBC-BA89-C98E-5A3372E7277F}"/>
          </ac:spMkLst>
        </pc:spChg>
        <pc:spChg chg="add del">
          <ac:chgData name="태현 고" userId="e678494651c46122" providerId="LiveId" clId="{539C6FA0-F84E-4B39-A3A5-84203512A6BB}" dt="2026-08-30T02:51:01.698" v="11939" actId="478"/>
          <ac:spMkLst>
            <pc:docMk/>
            <pc:sldMk cId="1554958783" sldId="904"/>
            <ac:spMk id="5" creationId="{84A5ECEB-6933-BFFF-A091-487AF9455EFC}"/>
          </ac:spMkLst>
        </pc:spChg>
        <pc:spChg chg="add del mod">
          <ac:chgData name="태현 고" userId="e678494651c46122" providerId="LiveId" clId="{539C6FA0-F84E-4B39-A3A5-84203512A6BB}" dt="2026-08-30T02:54:53.105" v="12045" actId="478"/>
          <ac:spMkLst>
            <pc:docMk/>
            <pc:sldMk cId="1554958783" sldId="904"/>
            <ac:spMk id="6" creationId="{1CF2FD21-8422-5E60-7B0D-FB82CA72B0E9}"/>
          </ac:spMkLst>
        </pc:spChg>
        <pc:spChg chg="mod">
          <ac:chgData name="태현 고" userId="e678494651c46122" providerId="LiveId" clId="{539C6FA0-F84E-4B39-A3A5-84203512A6BB}" dt="2026-08-30T02:43:17.059" v="11875" actId="20577"/>
          <ac:spMkLst>
            <pc:docMk/>
            <pc:sldMk cId="1554958783" sldId="904"/>
            <ac:spMk id="8" creationId="{9EC100B0-C24F-76B8-94F6-38C6A607B2EA}"/>
          </ac:spMkLst>
        </pc:spChg>
        <pc:spChg chg="mod">
          <ac:chgData name="태현 고" userId="e678494651c46122" providerId="LiveId" clId="{539C6FA0-F84E-4B39-A3A5-84203512A6BB}" dt="2026-08-30T08:08:29.463" v="14673" actId="20577"/>
          <ac:spMkLst>
            <pc:docMk/>
            <pc:sldMk cId="1554958783" sldId="904"/>
            <ac:spMk id="10" creationId="{F13ABDD0-C4F2-B65B-AE3C-561BB4CD5E40}"/>
          </ac:spMkLst>
        </pc:spChg>
        <pc:spChg chg="add del">
          <ac:chgData name="태현 고" userId="e678494651c46122" providerId="LiveId" clId="{539C6FA0-F84E-4B39-A3A5-84203512A6BB}" dt="2026-08-30T02:54:59.160" v="12047" actId="22"/>
          <ac:spMkLst>
            <pc:docMk/>
            <pc:sldMk cId="1554958783" sldId="904"/>
            <ac:spMk id="12" creationId="{269103A3-89D3-CC7A-B790-11892885415E}"/>
          </ac:spMkLst>
        </pc:spChg>
      </pc:sldChg>
      <pc:sldChg chg="addSp delSp modSp add mod modNotesTx">
        <pc:chgData name="태현 고" userId="e678494651c46122" providerId="LiveId" clId="{539C6FA0-F84E-4B39-A3A5-84203512A6BB}" dt="2026-08-30T07:28:34.840" v="14483" actId="20577"/>
        <pc:sldMkLst>
          <pc:docMk/>
          <pc:sldMk cId="2360059501" sldId="905"/>
        </pc:sldMkLst>
        <pc:spChg chg="add mod">
          <ac:chgData name="태현 고" userId="e678494651c46122" providerId="LiveId" clId="{539C6FA0-F84E-4B39-A3A5-84203512A6BB}" dt="2026-08-30T03:43:32.678" v="12346" actId="1076"/>
          <ac:spMkLst>
            <pc:docMk/>
            <pc:sldMk cId="2360059501" sldId="905"/>
            <ac:spMk id="2" creationId="{F4FFBE61-D401-DCED-172E-741440F80AF0}"/>
          </ac:spMkLst>
        </pc:spChg>
        <pc:spChg chg="add mod">
          <ac:chgData name="태현 고" userId="e678494651c46122" providerId="LiveId" clId="{539C6FA0-F84E-4B39-A3A5-84203512A6BB}" dt="2026-08-30T05:50:03.375" v="13514" actId="207"/>
          <ac:spMkLst>
            <pc:docMk/>
            <pc:sldMk cId="2360059501" sldId="905"/>
            <ac:spMk id="3" creationId="{5729E6FE-41F0-73A0-06AF-21A979D68C8E}"/>
          </ac:spMkLst>
        </pc:spChg>
        <pc:spChg chg="add mod">
          <ac:chgData name="태현 고" userId="e678494651c46122" providerId="LiveId" clId="{539C6FA0-F84E-4B39-A3A5-84203512A6BB}" dt="2026-08-30T03:43:32.678" v="12346" actId="1076"/>
          <ac:spMkLst>
            <pc:docMk/>
            <pc:sldMk cId="2360059501" sldId="905"/>
            <ac:spMk id="5" creationId="{BDB6C492-15F2-2822-34E0-317072B5BC3F}"/>
          </ac:spMkLst>
        </pc:spChg>
        <pc:spChg chg="add mod">
          <ac:chgData name="태현 고" userId="e678494651c46122" providerId="LiveId" clId="{539C6FA0-F84E-4B39-A3A5-84203512A6BB}" dt="2026-08-30T03:44:21.962" v="12394" actId="207"/>
          <ac:spMkLst>
            <pc:docMk/>
            <pc:sldMk cId="2360059501" sldId="905"/>
            <ac:spMk id="7" creationId="{D922625F-CE31-94CD-EBD1-F530EED3C6C5}"/>
          </ac:spMkLst>
        </pc:spChg>
        <pc:spChg chg="mod">
          <ac:chgData name="태현 고" userId="e678494651c46122" providerId="LiveId" clId="{539C6FA0-F84E-4B39-A3A5-84203512A6BB}" dt="2026-08-30T03:04:01.316" v="12249"/>
          <ac:spMkLst>
            <pc:docMk/>
            <pc:sldMk cId="2360059501" sldId="905"/>
            <ac:spMk id="8" creationId="{8F939FD2-2F8D-0225-A4E7-DEA873B1B71F}"/>
          </ac:spMkLst>
        </pc:spChg>
        <pc:spChg chg="mod">
          <ac:chgData name="태현 고" userId="e678494651c46122" providerId="LiveId" clId="{539C6FA0-F84E-4B39-A3A5-84203512A6BB}" dt="2026-08-30T03:46:53.710" v="12447" actId="20577"/>
          <ac:spMkLst>
            <pc:docMk/>
            <pc:sldMk cId="2360059501" sldId="905"/>
            <ac:spMk id="10" creationId="{63C9FE02-6581-3623-AFA3-EA65FA2B53A3}"/>
          </ac:spMkLst>
        </pc:spChg>
        <pc:spChg chg="add mod">
          <ac:chgData name="태현 고" userId="e678494651c46122" providerId="LiveId" clId="{539C6FA0-F84E-4B39-A3A5-84203512A6BB}" dt="2026-08-30T03:43:36.093" v="12348" actId="20577"/>
          <ac:spMkLst>
            <pc:docMk/>
            <pc:sldMk cId="2360059501" sldId="905"/>
            <ac:spMk id="13" creationId="{AD8F71B8-94EA-63EC-3B21-6E37DC60F65E}"/>
          </ac:spMkLst>
        </pc:spChg>
        <pc:spChg chg="add mod">
          <ac:chgData name="태현 고" userId="e678494651c46122" providerId="LiveId" clId="{539C6FA0-F84E-4B39-A3A5-84203512A6BB}" dt="2026-08-30T03:43:47.974" v="12359" actId="20577"/>
          <ac:spMkLst>
            <pc:docMk/>
            <pc:sldMk cId="2360059501" sldId="905"/>
            <ac:spMk id="15" creationId="{8F49EE81-D3E7-150A-7AC9-50A2C9FCDCCF}"/>
          </ac:spMkLst>
        </pc:spChg>
        <pc:spChg chg="add mod">
          <ac:chgData name="태현 고" userId="e678494651c46122" providerId="LiveId" clId="{539C6FA0-F84E-4B39-A3A5-84203512A6BB}" dt="2026-08-30T03:44:25.033" v="12395" actId="207"/>
          <ac:spMkLst>
            <pc:docMk/>
            <pc:sldMk cId="2360059501" sldId="905"/>
            <ac:spMk id="17" creationId="{63918E02-BE64-7707-04C5-F54BD8A75BA8}"/>
          </ac:spMkLst>
        </pc:spChg>
        <pc:spChg chg="add mod">
          <ac:chgData name="태현 고" userId="e678494651c46122" providerId="LiveId" clId="{539C6FA0-F84E-4B39-A3A5-84203512A6BB}" dt="2026-08-30T03:43:39.941" v="12350" actId="20577"/>
          <ac:spMkLst>
            <pc:docMk/>
            <pc:sldMk cId="2360059501" sldId="905"/>
            <ac:spMk id="19" creationId="{3F4EB180-FFB7-D903-9D3E-C9927311ED4B}"/>
          </ac:spMkLst>
        </pc:spChg>
        <pc:spChg chg="add mod">
          <ac:chgData name="태현 고" userId="e678494651c46122" providerId="LiveId" clId="{539C6FA0-F84E-4B39-A3A5-84203512A6BB}" dt="2026-08-30T03:44:05.949" v="12393" actId="20577"/>
          <ac:spMkLst>
            <pc:docMk/>
            <pc:sldMk cId="2360059501" sldId="905"/>
            <ac:spMk id="21" creationId="{96177E24-F763-5F83-72B6-1815CFF0804F}"/>
          </ac:spMkLst>
        </pc:spChg>
        <pc:spChg chg="add mod">
          <ac:chgData name="태현 고" userId="e678494651c46122" providerId="LiveId" clId="{539C6FA0-F84E-4B39-A3A5-84203512A6BB}" dt="2026-08-30T05:50:32.934" v="13522" actId="16959"/>
          <ac:spMkLst>
            <pc:docMk/>
            <pc:sldMk cId="2360059501" sldId="905"/>
            <ac:spMk id="23" creationId="{109210C0-6F20-F86C-E3C5-99EAAE239B7B}"/>
          </ac:spMkLst>
        </pc:spChg>
        <pc:spChg chg="add mod">
          <ac:chgData name="태현 고" userId="e678494651c46122" providerId="LiveId" clId="{539C6FA0-F84E-4B39-A3A5-84203512A6BB}" dt="2026-08-30T05:50:43.799" v="13527"/>
          <ac:spMkLst>
            <pc:docMk/>
            <pc:sldMk cId="2360059501" sldId="905"/>
            <ac:spMk id="25" creationId="{88A88C11-6E01-1C74-B0A0-3C6B635B61B7}"/>
          </ac:spMkLst>
        </pc:spChg>
        <pc:spChg chg="add del mod">
          <ac:chgData name="태현 고" userId="e678494651c46122" providerId="LiveId" clId="{539C6FA0-F84E-4B39-A3A5-84203512A6BB}" dt="2026-08-30T03:45:43.262" v="12407"/>
          <ac:spMkLst>
            <pc:docMk/>
            <pc:sldMk cId="2360059501" sldId="905"/>
            <ac:spMk id="26" creationId="{D740DBE2-2333-D618-69C6-17B3F4CC0197}"/>
          </ac:spMkLst>
        </pc:spChg>
        <pc:spChg chg="add mod">
          <ac:chgData name="태현 고" userId="e678494651c46122" providerId="LiveId" clId="{539C6FA0-F84E-4B39-A3A5-84203512A6BB}" dt="2026-08-30T03:46:14.385" v="12413" actId="1076"/>
          <ac:spMkLst>
            <pc:docMk/>
            <pc:sldMk cId="2360059501" sldId="905"/>
            <ac:spMk id="28" creationId="{956298B6-EE96-D07E-B256-998C3475704D}"/>
          </ac:spMkLst>
        </pc:spChg>
      </pc:sldChg>
      <pc:sldChg chg="modSp add del mod">
        <pc:chgData name="태현 고" userId="e678494651c46122" providerId="LiveId" clId="{539C6FA0-F84E-4B39-A3A5-84203512A6BB}" dt="2026-08-30T05:51:03.862" v="13528" actId="47"/>
        <pc:sldMkLst>
          <pc:docMk/>
          <pc:sldMk cId="2006028240" sldId="906"/>
        </pc:sldMkLst>
        <pc:spChg chg="mod">
          <ac:chgData name="태현 고" userId="e678494651c46122" providerId="LiveId" clId="{539C6FA0-F84E-4B39-A3A5-84203512A6BB}" dt="2026-08-30T03:46:34.342" v="12414"/>
          <ac:spMkLst>
            <pc:docMk/>
            <pc:sldMk cId="2006028240" sldId="906"/>
            <ac:spMk id="8" creationId="{762D65E7-3C2E-9000-4CBB-8617E879CE43}"/>
          </ac:spMkLst>
        </pc:spChg>
        <pc:spChg chg="mod">
          <ac:chgData name="태현 고" userId="e678494651c46122" providerId="LiveId" clId="{539C6FA0-F84E-4B39-A3A5-84203512A6BB}" dt="2026-08-30T03:48:17.410" v="12583" actId="20577"/>
          <ac:spMkLst>
            <pc:docMk/>
            <pc:sldMk cId="2006028240" sldId="906"/>
            <ac:spMk id="10" creationId="{2AA1A76F-6768-7EF3-21A9-5C3EB650D5E9}"/>
          </ac:spMkLst>
        </pc:spChg>
      </pc:sldChg>
      <pc:sldChg chg="addSp modSp add del mod">
        <pc:chgData name="태현 고" userId="e678494651c46122" providerId="LiveId" clId="{539C6FA0-F84E-4B39-A3A5-84203512A6BB}" dt="2026-08-30T04:27:41.533" v="13271" actId="47"/>
        <pc:sldMkLst>
          <pc:docMk/>
          <pc:sldMk cId="2267548707" sldId="907"/>
        </pc:sldMkLst>
        <pc:spChg chg="add mod">
          <ac:chgData name="태현 고" userId="e678494651c46122" providerId="LiveId" clId="{539C6FA0-F84E-4B39-A3A5-84203512A6BB}" dt="2026-08-30T04:21:34.237" v="13035" actId="1076"/>
          <ac:spMkLst>
            <pc:docMk/>
            <pc:sldMk cId="2267548707" sldId="907"/>
            <ac:spMk id="3" creationId="{A315BC27-8A27-1506-DB21-6E67B2169745}"/>
          </ac:spMkLst>
        </pc:spChg>
        <pc:spChg chg="add mod">
          <ac:chgData name="태현 고" userId="e678494651c46122" providerId="LiveId" clId="{539C6FA0-F84E-4B39-A3A5-84203512A6BB}" dt="2026-08-30T04:21:57.588" v="13048" actId="20577"/>
          <ac:spMkLst>
            <pc:docMk/>
            <pc:sldMk cId="2267548707" sldId="907"/>
            <ac:spMk id="6" creationId="{8559F3F4-5F7E-02DB-31F2-EEBEB2483CA3}"/>
          </ac:spMkLst>
        </pc:spChg>
        <pc:spChg chg="mod">
          <ac:chgData name="태현 고" userId="e678494651c46122" providerId="LiveId" clId="{539C6FA0-F84E-4B39-A3A5-84203512A6BB}" dt="2026-08-30T04:20:15.468" v="12967"/>
          <ac:spMkLst>
            <pc:docMk/>
            <pc:sldMk cId="2267548707" sldId="907"/>
            <ac:spMk id="8" creationId="{B9DE29F6-F898-FF16-B3A0-31EFD9F6B282}"/>
          </ac:spMkLst>
        </pc:spChg>
        <pc:spChg chg="mod">
          <ac:chgData name="태현 고" userId="e678494651c46122" providerId="LiveId" clId="{539C6FA0-F84E-4B39-A3A5-84203512A6BB}" dt="2026-08-30T04:21:02.541" v="13032" actId="20577"/>
          <ac:spMkLst>
            <pc:docMk/>
            <pc:sldMk cId="2267548707" sldId="907"/>
            <ac:spMk id="10" creationId="{1826C297-495A-6435-10CE-76908880CFE5}"/>
          </ac:spMkLst>
        </pc:spChg>
        <pc:spChg chg="mod">
          <ac:chgData name="태현 고" userId="e678494651c46122" providerId="LiveId" clId="{539C6FA0-F84E-4B39-A3A5-84203512A6BB}" dt="2026-08-30T04:20:55.204" v="13012"/>
          <ac:spMkLst>
            <pc:docMk/>
            <pc:sldMk cId="2267548707" sldId="907"/>
            <ac:spMk id="11" creationId="{D71A64DD-9197-68D3-D45E-BE591F573214}"/>
          </ac:spMkLst>
        </pc:spChg>
        <pc:grpChg chg="mod">
          <ac:chgData name="태현 고" userId="e678494651c46122" providerId="LiveId" clId="{539C6FA0-F84E-4B39-A3A5-84203512A6BB}" dt="2026-08-30T04:20:55.204" v="13012"/>
          <ac:grpSpMkLst>
            <pc:docMk/>
            <pc:sldMk cId="2267548707" sldId="907"/>
            <ac:grpSpMk id="9" creationId="{65028D8B-B2A1-9569-F62C-68CDA6C1958E}"/>
          </ac:grpSpMkLst>
        </pc:grpChg>
      </pc:sldChg>
      <pc:sldChg chg="addSp modSp add mod ord modNotesTx">
        <pc:chgData name="태현 고" userId="e678494651c46122" providerId="LiveId" clId="{539C6FA0-F84E-4B39-A3A5-84203512A6BB}" dt="2026-08-30T10:25:58.606" v="14985" actId="114"/>
        <pc:sldMkLst>
          <pc:docMk/>
          <pc:sldMk cId="1439316244" sldId="908"/>
        </pc:sldMkLst>
        <pc:spChg chg="mod">
          <ac:chgData name="태현 고" userId="e678494651c46122" providerId="LiveId" clId="{539C6FA0-F84E-4B39-A3A5-84203512A6BB}" dt="2026-08-30T04:24:42.928" v="13081"/>
          <ac:spMkLst>
            <pc:docMk/>
            <pc:sldMk cId="1439316244" sldId="908"/>
            <ac:spMk id="8" creationId="{9B1ADE97-92B5-56B6-A46F-D358B2DA87DF}"/>
          </ac:spMkLst>
        </pc:spChg>
        <pc:spChg chg="mod">
          <ac:chgData name="태현 고" userId="e678494651c46122" providerId="LiveId" clId="{539C6FA0-F84E-4B39-A3A5-84203512A6BB}" dt="2026-08-30T04:25:04.402" v="13144" actId="20577"/>
          <ac:spMkLst>
            <pc:docMk/>
            <pc:sldMk cId="1439316244" sldId="908"/>
            <ac:spMk id="10" creationId="{18AB7938-13FB-B0B2-9A6C-A66EAE1EE23C}"/>
          </ac:spMkLst>
        </pc:spChg>
        <pc:graphicFrameChg chg="add mod modGraphic">
          <ac:chgData name="태현 고" userId="e678494651c46122" providerId="LiveId" clId="{539C6FA0-F84E-4B39-A3A5-84203512A6BB}" dt="2026-08-30T10:25:58.606" v="14985" actId="114"/>
          <ac:graphicFrameMkLst>
            <pc:docMk/>
            <pc:sldMk cId="1439316244" sldId="908"/>
            <ac:graphicFrameMk id="2" creationId="{3276C78D-340F-BFCF-0411-9C448C0BEDBA}"/>
          </ac:graphicFrameMkLst>
        </pc:graphicFrameChg>
      </pc:sldChg>
      <pc:sldChg chg="addSp delSp modSp add mod ord modNotesTx">
        <pc:chgData name="태현 고" userId="e678494651c46122" providerId="LiveId" clId="{539C6FA0-F84E-4B39-A3A5-84203512A6BB}" dt="2026-08-30T10:19:25.687" v="14933" actId="20577"/>
        <pc:sldMkLst>
          <pc:docMk/>
          <pc:sldMk cId="1524624709" sldId="909"/>
        </pc:sldMkLst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2" creationId="{C19E182B-8230-17A8-B151-0E3F3FBF5F3B}"/>
          </ac:spMkLst>
        </pc:spChg>
        <pc:spChg chg="add del mod">
          <ac:chgData name="태현 고" userId="e678494651c46122" providerId="LiveId" clId="{539C6FA0-F84E-4B39-A3A5-84203512A6BB}" dt="2026-08-30T10:19:13.837" v="14930" actId="1076"/>
          <ac:spMkLst>
            <pc:docMk/>
            <pc:sldMk cId="1524624709" sldId="909"/>
            <ac:spMk id="3" creationId="{86BB87F3-8947-E0FB-AD06-AA29F816120E}"/>
          </ac:spMkLst>
        </pc:spChg>
        <pc:spChg chg="add del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4" creationId="{4E5B390A-D9DE-8D20-9F79-751706B1CED6}"/>
          </ac:spMkLst>
        </pc:spChg>
        <pc:spChg chg="add del mod">
          <ac:chgData name="태현 고" userId="e678494651c46122" providerId="LiveId" clId="{539C6FA0-F84E-4B39-A3A5-84203512A6BB}" dt="2026-08-30T10:15:38.250" v="14847"/>
          <ac:spMkLst>
            <pc:docMk/>
            <pc:sldMk cId="1524624709" sldId="909"/>
            <ac:spMk id="5" creationId="{12F567B3-FCC8-3158-F11B-33A2A44C06A8}"/>
          </ac:spMkLst>
        </pc:spChg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7" creationId="{105CA16F-D41F-44B6-FC0B-D03B6401A1A1}"/>
          </ac:spMkLst>
        </pc:spChg>
        <pc:spChg chg="add del">
          <ac:chgData name="태현 고" userId="e678494651c46122" providerId="LiveId" clId="{539C6FA0-F84E-4B39-A3A5-84203512A6BB}" dt="2026-08-30T04:33:54.204" v="13350" actId="22"/>
          <ac:spMkLst>
            <pc:docMk/>
            <pc:sldMk cId="1524624709" sldId="909"/>
            <ac:spMk id="7" creationId="{63D4CC4B-DC6E-948C-9C9B-CE460456F681}"/>
          </ac:spMkLst>
        </pc:spChg>
        <pc:spChg chg="add del mod">
          <ac:chgData name="태현 고" userId="e678494651c46122" providerId="LiveId" clId="{539C6FA0-F84E-4B39-A3A5-84203512A6BB}" dt="2026-08-30T10:15:12.203" v="14835" actId="21"/>
          <ac:spMkLst>
            <pc:docMk/>
            <pc:sldMk cId="1524624709" sldId="909"/>
            <ac:spMk id="8" creationId="{17B359CD-89BF-5942-3B68-82EE4F5E3350}"/>
          </ac:spMkLst>
        </pc:spChg>
        <pc:spChg chg="add del mod topLvl">
          <ac:chgData name="태현 고" userId="e678494651c46122" providerId="LiveId" clId="{539C6FA0-F84E-4B39-A3A5-84203512A6BB}" dt="2026-08-30T04:33:04.156" v="13345" actId="113"/>
          <ac:spMkLst>
            <pc:docMk/>
            <pc:sldMk cId="1524624709" sldId="909"/>
            <ac:spMk id="10" creationId="{41EB6767-69E6-BDE6-6C11-6BD087B70685}"/>
          </ac:spMkLst>
        </pc:spChg>
        <pc:spChg chg="mod topLvl">
          <ac:chgData name="태현 고" userId="e678494651c46122" providerId="LiveId" clId="{539C6FA0-F84E-4B39-A3A5-84203512A6BB}" dt="2026-08-30T04:33:02.526" v="13344"/>
          <ac:spMkLst>
            <pc:docMk/>
            <pc:sldMk cId="1524624709" sldId="909"/>
            <ac:spMk id="11" creationId="{F1AAD2B9-9686-842A-036E-DF6214CD3936}"/>
          </ac:spMkLst>
        </pc:spChg>
        <pc:spChg chg="add mod">
          <ac:chgData name="태현 고" userId="e678494651c46122" providerId="LiveId" clId="{539C6FA0-F84E-4B39-A3A5-84203512A6BB}" dt="2026-08-30T10:19:25.687" v="14933" actId="20577"/>
          <ac:spMkLst>
            <pc:docMk/>
            <pc:sldMk cId="1524624709" sldId="909"/>
            <ac:spMk id="13" creationId="{184B1960-A208-81FD-FBB6-3D0CE14184B8}"/>
          </ac:spMkLst>
        </pc:spChg>
        <pc:grpChg chg="add del mod">
          <ac:chgData name="태현 고" userId="e678494651c46122" providerId="LiveId" clId="{539C6FA0-F84E-4B39-A3A5-84203512A6BB}" dt="2026-08-30T10:15:12.203" v="14835" actId="21"/>
          <ac:grpSpMkLst>
            <pc:docMk/>
            <pc:sldMk cId="1524624709" sldId="909"/>
            <ac:grpSpMk id="9" creationId="{204B2AA5-8EF4-967A-F7C8-5CE10421C0CE}"/>
          </ac:grpSpMkLst>
        </pc:grpChg>
        <pc:picChg chg="add del mod">
          <ac:chgData name="태현 고" userId="e678494651c46122" providerId="LiveId" clId="{539C6FA0-F84E-4B39-A3A5-84203512A6BB}" dt="2026-08-30T04:32:50.462" v="13343" actId="478"/>
          <ac:picMkLst>
            <pc:docMk/>
            <pc:sldMk cId="1524624709" sldId="909"/>
            <ac:picMk id="3" creationId="{C3F67DA7-9278-8019-C2AF-B9427160D939}"/>
          </ac:picMkLst>
        </pc:picChg>
      </pc:sldChg>
      <pc:sldChg chg="addSp delSp modSp add mod ord">
        <pc:chgData name="태현 고" userId="e678494651c46122" providerId="LiveId" clId="{539C6FA0-F84E-4B39-A3A5-84203512A6BB}" dt="2026-08-30T04:29:49.395" v="13313" actId="14100"/>
        <pc:sldMkLst>
          <pc:docMk/>
          <pc:sldMk cId="1700717328" sldId="910"/>
        </pc:sldMkLst>
        <pc:spChg chg="mod">
          <ac:chgData name="태현 고" userId="e678494651c46122" providerId="LiveId" clId="{539C6FA0-F84E-4B39-A3A5-84203512A6BB}" dt="2026-08-30T04:27:58.604" v="13285" actId="20577"/>
          <ac:spMkLst>
            <pc:docMk/>
            <pc:sldMk cId="1700717328" sldId="910"/>
            <ac:spMk id="8" creationId="{9CC0874E-3604-65EE-7668-49E37DE37B8A}"/>
          </ac:spMkLst>
        </pc:spChg>
        <pc:spChg chg="mod">
          <ac:chgData name="태현 고" userId="e678494651c46122" providerId="LiveId" clId="{539C6FA0-F84E-4B39-A3A5-84203512A6BB}" dt="2026-08-07T05:25:52.130" v="11441" actId="20577"/>
          <ac:spMkLst>
            <pc:docMk/>
            <pc:sldMk cId="1700717328" sldId="910"/>
            <ac:spMk id="10" creationId="{9985C2F9-4FD7-9622-2F39-D959C4BE9A70}"/>
          </ac:spMkLst>
        </pc:spChg>
        <pc:graphicFrameChg chg="add mod">
          <ac:chgData name="태현 고" userId="e678494651c46122" providerId="LiveId" clId="{539C6FA0-F84E-4B39-A3A5-84203512A6BB}" dt="2026-08-30T04:29:17.097" v="13304"/>
          <ac:graphicFrameMkLst>
            <pc:docMk/>
            <pc:sldMk cId="1700717328" sldId="910"/>
            <ac:graphicFrameMk id="6" creationId="{FCAFE33C-8E61-BA7F-7BB4-ED7859CF1AE7}"/>
          </ac:graphicFrameMkLst>
        </pc:graphicFrameChg>
        <pc:picChg chg="add del mod">
          <ac:chgData name="태현 고" userId="e678494651c46122" providerId="LiveId" clId="{539C6FA0-F84E-4B39-A3A5-84203512A6BB}" dt="2026-08-30T04:28:13.072" v="13286" actId="478"/>
          <ac:picMkLst>
            <pc:docMk/>
            <pc:sldMk cId="1700717328" sldId="910"/>
            <ac:picMk id="3" creationId="{74367DAA-C495-5016-A5CA-0AF4572C2F85}"/>
          </ac:picMkLst>
        </pc:picChg>
        <pc:picChg chg="add mod modCrop">
          <ac:chgData name="태현 고" userId="e678494651c46122" providerId="LiveId" clId="{539C6FA0-F84E-4B39-A3A5-84203512A6BB}" dt="2026-08-30T04:29:49.395" v="13313" actId="14100"/>
          <ac:picMkLst>
            <pc:docMk/>
            <pc:sldMk cId="1700717328" sldId="910"/>
            <ac:picMk id="5" creationId="{BF870753-49DA-2D8C-BE68-DB6FD14FD7E2}"/>
          </ac:picMkLst>
        </pc:picChg>
      </pc:sldChg>
      <pc:sldChg chg="add del">
        <pc:chgData name="태현 고" userId="e678494651c46122" providerId="LiveId" clId="{539C6FA0-F84E-4B39-A3A5-84203512A6BB}" dt="2026-08-30T04:27:45.066" v="13274" actId="47"/>
        <pc:sldMkLst>
          <pc:docMk/>
          <pc:sldMk cId="1457876261" sldId="911"/>
        </pc:sldMkLst>
      </pc:sldChg>
      <pc:sldChg chg="addSp delSp modSp add mod ord modNotesTx">
        <pc:chgData name="태현 고" userId="e678494651c46122" providerId="LiveId" clId="{539C6FA0-F84E-4B39-A3A5-84203512A6BB}" dt="2026-08-30T10:31:58.741" v="15026" actId="1582"/>
        <pc:sldMkLst>
          <pc:docMk/>
          <pc:sldMk cId="1038690119" sldId="912"/>
        </pc:sldMkLst>
        <pc:spChg chg="add mod">
          <ac:chgData name="태현 고" userId="e678494651c46122" providerId="LiveId" clId="{539C6FA0-F84E-4B39-A3A5-84203512A6BB}" dt="2026-08-30T10:31:58.741" v="15026" actId="1582"/>
          <ac:spMkLst>
            <pc:docMk/>
            <pc:sldMk cId="1038690119" sldId="912"/>
            <ac:spMk id="2" creationId="{E4D4C08B-7565-CE86-E49E-EAE23AD5C6FB}"/>
          </ac:spMkLst>
        </pc:spChg>
        <pc:spChg chg="mod">
          <ac:chgData name="태현 고" userId="e678494651c46122" providerId="LiveId" clId="{539C6FA0-F84E-4B39-A3A5-84203512A6BB}" dt="2026-08-30T04:32:07.716" v="13340" actId="20577"/>
          <ac:spMkLst>
            <pc:docMk/>
            <pc:sldMk cId="1038690119" sldId="912"/>
            <ac:spMk id="8" creationId="{2D03E7C7-F5E7-A6D6-2284-B36A563295FB}"/>
          </ac:spMkLst>
        </pc:spChg>
        <pc:spChg chg="mod">
          <ac:chgData name="태현 고" userId="e678494651c46122" providerId="LiveId" clId="{539C6FA0-F84E-4B39-A3A5-84203512A6BB}" dt="2026-08-07T05:28:31.508" v="11544" actId="20577"/>
          <ac:spMkLst>
            <pc:docMk/>
            <pc:sldMk cId="1038690119" sldId="912"/>
            <ac:spMk id="10" creationId="{25A72FAE-6FF2-287A-05D2-757042838E32}"/>
          </ac:spMkLst>
        </pc:spChg>
        <pc:picChg chg="add mod">
          <ac:chgData name="태현 고" userId="e678494651c46122" providerId="LiveId" clId="{539C6FA0-F84E-4B39-A3A5-84203512A6BB}" dt="2026-08-30T04:37:30.320" v="13417" actId="1076"/>
          <ac:picMkLst>
            <pc:docMk/>
            <pc:sldMk cId="1038690119" sldId="912"/>
            <ac:picMk id="3" creationId="{26E000BB-09A6-7542-B717-D40B84FA900B}"/>
          </ac:picMkLst>
        </pc:picChg>
        <pc:picChg chg="add del mod">
          <ac:chgData name="태현 고" userId="e678494651c46122" providerId="LiveId" clId="{539C6FA0-F84E-4B39-A3A5-84203512A6BB}" dt="2026-08-30T04:30:59.860" v="13325" actId="478"/>
          <ac:picMkLst>
            <pc:docMk/>
            <pc:sldMk cId="1038690119" sldId="912"/>
            <ac:picMk id="6" creationId="{EA0961E5-CEB0-044D-DCF7-57AF48A2142E}"/>
          </ac:picMkLst>
        </pc:picChg>
      </pc:sldChg>
      <pc:sldChg chg="modSp add mod ord modNotesTx">
        <pc:chgData name="태현 고" userId="e678494651c46122" providerId="LiveId" clId="{539C6FA0-F84E-4B39-A3A5-84203512A6BB}" dt="2026-08-30T08:07:43.541" v="14640" actId="113"/>
        <pc:sldMkLst>
          <pc:docMk/>
          <pc:sldMk cId="517279407" sldId="913"/>
        </pc:sldMkLst>
        <pc:spChg chg="mod">
          <ac:chgData name="태현 고" userId="e678494651c46122" providerId="LiveId" clId="{539C6FA0-F84E-4B39-A3A5-84203512A6BB}" dt="2026-08-30T08:07:43.541" v="14640" actId="113"/>
          <ac:spMkLst>
            <pc:docMk/>
            <pc:sldMk cId="517279407" sldId="913"/>
            <ac:spMk id="3" creationId="{78CB0E01-C0F5-047E-ED7E-358B47AAE509}"/>
          </ac:spMkLst>
        </pc:spChg>
        <pc:spChg chg="mod">
          <ac:chgData name="태현 고" userId="e678494651c46122" providerId="LiveId" clId="{539C6FA0-F84E-4B39-A3A5-84203512A6BB}" dt="2026-08-30T02:59:18.851" v="12121"/>
          <ac:spMkLst>
            <pc:docMk/>
            <pc:sldMk cId="517279407" sldId="913"/>
            <ac:spMk id="8" creationId="{DC3E6A67-0470-6422-394C-60DFB18FEB4B}"/>
          </ac:spMkLst>
        </pc:spChg>
        <pc:spChg chg="mod">
          <ac:chgData name="태현 고" userId="e678494651c46122" providerId="LiveId" clId="{539C6FA0-F84E-4B39-A3A5-84203512A6BB}" dt="2026-08-30T02:55:11.177" v="12057" actId="20577"/>
          <ac:spMkLst>
            <pc:docMk/>
            <pc:sldMk cId="517279407" sldId="913"/>
            <ac:spMk id="10" creationId="{D7C58654-ED7E-B87E-0959-C491A77A9D18}"/>
          </ac:spMkLst>
        </pc:spChg>
      </pc:sldChg>
      <pc:sldChg chg="addSp modSp add mod modNotesTx">
        <pc:chgData name="태현 고" userId="e678494651c46122" providerId="LiveId" clId="{539C6FA0-F84E-4B39-A3A5-84203512A6BB}" dt="2026-08-30T10:32:58.352" v="15068" actId="20577"/>
        <pc:sldMkLst>
          <pc:docMk/>
          <pc:sldMk cId="2705514095" sldId="914"/>
        </pc:sldMkLst>
        <pc:spChg chg="mod">
          <ac:chgData name="태현 고" userId="e678494651c46122" providerId="LiveId" clId="{539C6FA0-F84E-4B39-A3A5-84203512A6BB}" dt="2026-08-30T05:57:57.736" v="13605" actId="20577"/>
          <ac:spMkLst>
            <pc:docMk/>
            <pc:sldMk cId="2705514095" sldId="914"/>
            <ac:spMk id="3" creationId="{EE174020-35F6-5FB7-B53A-8648805E6C4D}"/>
          </ac:spMkLst>
        </pc:spChg>
        <pc:spChg chg="add">
          <ac:chgData name="태현 고" userId="e678494651c46122" providerId="LiveId" clId="{539C6FA0-F84E-4B39-A3A5-84203512A6BB}" dt="2026-08-30T03:01:04.479" v="12162" actId="22"/>
          <ac:spMkLst>
            <pc:docMk/>
            <pc:sldMk cId="2705514095" sldId="914"/>
            <ac:spMk id="5" creationId="{89169BF1-10E1-73C6-C11C-4D2A9F3F788F}"/>
          </ac:spMkLst>
        </pc:spChg>
        <pc:spChg chg="mod">
          <ac:chgData name="태현 고" userId="e678494651c46122" providerId="LiveId" clId="{539C6FA0-F84E-4B39-A3A5-84203512A6BB}" dt="2026-08-30T03:00:43.197" v="12158" actId="20577"/>
          <ac:spMkLst>
            <pc:docMk/>
            <pc:sldMk cId="2705514095" sldId="914"/>
            <ac:spMk id="10" creationId="{EBEEB8EA-19D3-9013-F39F-722AB791B90C}"/>
          </ac:spMkLst>
        </pc:spChg>
      </pc:sldChg>
      <pc:sldChg chg="add del">
        <pc:chgData name="태현 고" userId="e678494651c46122" providerId="LiveId" clId="{539C6FA0-F84E-4B39-A3A5-84203512A6BB}" dt="2026-08-30T03:00:55.054" v="12161"/>
        <pc:sldMkLst>
          <pc:docMk/>
          <pc:sldMk cId="1160051375" sldId="915"/>
        </pc:sldMkLst>
      </pc:sldChg>
      <pc:sldChg chg="addSp modSp add mod modNotesTx">
        <pc:chgData name="태현 고" userId="e678494651c46122" providerId="LiveId" clId="{539C6FA0-F84E-4B39-A3A5-84203512A6BB}" dt="2026-08-30T08:14:36.977" v="14735" actId="255"/>
        <pc:sldMkLst>
          <pc:docMk/>
          <pc:sldMk cId="1252799732" sldId="915"/>
        </pc:sldMkLst>
        <pc:spChg chg="mod">
          <ac:chgData name="태현 고" userId="e678494651c46122" providerId="LiveId" clId="{539C6FA0-F84E-4B39-A3A5-84203512A6BB}" dt="2026-08-30T05:49:48.108" v="13510" actId="14100"/>
          <ac:spMkLst>
            <pc:docMk/>
            <pc:sldMk cId="1252799732" sldId="915"/>
            <ac:spMk id="3" creationId="{0093E8BC-9528-8C8B-8F18-B96D9499362C}"/>
          </ac:spMkLst>
        </pc:spChg>
        <pc:spChg chg="add mod">
          <ac:chgData name="태현 고" userId="e678494651c46122" providerId="LiveId" clId="{539C6FA0-F84E-4B39-A3A5-84203512A6BB}" dt="2026-08-30T08:14:18.412" v="14722" actId="1076"/>
          <ac:spMkLst>
            <pc:docMk/>
            <pc:sldMk cId="1252799732" sldId="915"/>
            <ac:spMk id="5" creationId="{92D3C447-6B8B-2E00-00FF-3DF2E11E81EE}"/>
          </ac:spMkLst>
        </pc:spChg>
        <pc:spChg chg="add mod">
          <ac:chgData name="태현 고" userId="e678494651c46122" providerId="LiveId" clId="{539C6FA0-F84E-4B39-A3A5-84203512A6BB}" dt="2026-08-30T08:14:36.977" v="14735" actId="255"/>
          <ac:spMkLst>
            <pc:docMk/>
            <pc:sldMk cId="1252799732" sldId="915"/>
            <ac:spMk id="6" creationId="{8DCDCFCC-D128-0659-33D1-AB8F0F761879}"/>
          </ac:spMkLst>
        </pc:spChg>
        <pc:spChg chg="mod">
          <ac:chgData name="태현 고" userId="e678494651c46122" providerId="LiveId" clId="{539C6FA0-F84E-4B39-A3A5-84203512A6BB}" dt="2026-08-30T03:02:48.585" v="12242" actId="20577"/>
          <ac:spMkLst>
            <pc:docMk/>
            <pc:sldMk cId="1252799732" sldId="915"/>
            <ac:spMk id="10" creationId="{37A733CE-2176-7780-A596-33DF376D5756}"/>
          </ac:spMkLst>
        </pc:spChg>
      </pc:sldChg>
      <pc:sldChg chg="addSp delSp modSp add mod modNotesTx">
        <pc:chgData name="태현 고" userId="e678494651c46122" providerId="LiveId" clId="{539C6FA0-F84E-4B39-A3A5-84203512A6BB}" dt="2026-08-30T10:11:19.187" v="14807" actId="20577"/>
        <pc:sldMkLst>
          <pc:docMk/>
          <pc:sldMk cId="1071484227" sldId="916"/>
        </pc:sldMkLst>
        <pc:spChg chg="add del">
          <ac:chgData name="태현 고" userId="e678494651c46122" providerId="LiveId" clId="{539C6FA0-F84E-4B39-A3A5-84203512A6BB}" dt="2026-08-30T03:51:09.422" v="12663" actId="22"/>
          <ac:spMkLst>
            <pc:docMk/>
            <pc:sldMk cId="1071484227" sldId="916"/>
            <ac:spMk id="3" creationId="{2FE7C173-A4AE-81EC-5DC5-523F2BDB30F8}"/>
          </ac:spMkLst>
        </pc:spChg>
        <pc:spChg chg="add mod">
          <ac:chgData name="태현 고" userId="e678494651c46122" providerId="LiveId" clId="{539C6FA0-F84E-4B39-A3A5-84203512A6BB}" dt="2026-08-30T07:30:06.285" v="14490" actId="14100"/>
          <ac:spMkLst>
            <pc:docMk/>
            <pc:sldMk cId="1071484227" sldId="916"/>
            <ac:spMk id="3" creationId="{56D8C2F5-77AD-6731-802B-6DD44132DD4A}"/>
          </ac:spMkLst>
        </pc:spChg>
        <pc:spChg chg="mod">
          <ac:chgData name="태현 고" userId="e678494651c46122" providerId="LiveId" clId="{539C6FA0-F84E-4B39-A3A5-84203512A6BB}" dt="2026-08-30T05:51:34.398" v="13531" actId="20577"/>
          <ac:spMkLst>
            <pc:docMk/>
            <pc:sldMk cId="1071484227" sldId="916"/>
            <ac:spMk id="10" creationId="{6E8DAB4A-C770-0631-B96B-C8615A8663E7}"/>
          </ac:spMkLst>
        </pc:spChg>
        <pc:spChg chg="mod">
          <ac:chgData name="태현 고" userId="e678494651c46122" providerId="LiveId" clId="{539C6FA0-F84E-4B39-A3A5-84203512A6BB}" dt="2026-08-30T03:50:10.888" v="12627"/>
          <ac:spMkLst>
            <pc:docMk/>
            <pc:sldMk cId="1071484227" sldId="916"/>
            <ac:spMk id="11" creationId="{096DE803-1152-7A80-D1D8-8FB51005AE5E}"/>
          </ac:spMkLst>
        </pc:spChg>
        <pc:spChg chg="add del">
          <ac:chgData name="태현 고" userId="e678494651c46122" providerId="LiveId" clId="{539C6FA0-F84E-4B39-A3A5-84203512A6BB}" dt="2026-08-30T03:54:28.802" v="12686" actId="22"/>
          <ac:spMkLst>
            <pc:docMk/>
            <pc:sldMk cId="1071484227" sldId="916"/>
            <ac:spMk id="16" creationId="{C1A90BF9-3590-816F-3DE8-07D2014C5A95}"/>
          </ac:spMkLst>
        </pc:spChg>
        <pc:spChg chg="add mod">
          <ac:chgData name="태현 고" userId="e678494651c46122" providerId="LiveId" clId="{539C6FA0-F84E-4B39-A3A5-84203512A6BB}" dt="2026-08-30T10:11:19.187" v="14807" actId="20577"/>
          <ac:spMkLst>
            <pc:docMk/>
            <pc:sldMk cId="1071484227" sldId="916"/>
            <ac:spMk id="19" creationId="{6E3AD1AB-C5D1-350D-5840-DBFF801E5EE1}"/>
          </ac:spMkLst>
        </pc:spChg>
        <pc:spChg chg="add del mod">
          <ac:chgData name="태현 고" userId="e678494651c46122" providerId="LiveId" clId="{539C6FA0-F84E-4B39-A3A5-84203512A6BB}" dt="2026-08-30T08:17:38.124" v="14750" actId="478"/>
          <ac:spMkLst>
            <pc:docMk/>
            <pc:sldMk cId="1071484227" sldId="916"/>
            <ac:spMk id="21" creationId="{DE21BE90-7AAC-6FFA-73B1-5273CD0943E1}"/>
          </ac:spMkLst>
        </pc:spChg>
        <pc:spChg chg="add del">
          <ac:chgData name="태현 고" userId="e678494651c46122" providerId="LiveId" clId="{539C6FA0-F84E-4B39-A3A5-84203512A6BB}" dt="2026-08-30T03:58:21.912" v="12794" actId="22"/>
          <ac:spMkLst>
            <pc:docMk/>
            <pc:sldMk cId="1071484227" sldId="916"/>
            <ac:spMk id="23" creationId="{D4A15B26-B1CC-9C9A-8E32-9A6D955CAEF0}"/>
          </ac:spMkLst>
        </pc:spChg>
        <pc:grpChg chg="mod">
          <ac:chgData name="태현 고" userId="e678494651c46122" providerId="LiveId" clId="{539C6FA0-F84E-4B39-A3A5-84203512A6BB}" dt="2026-08-30T03:50:10.888" v="12627"/>
          <ac:grpSpMkLst>
            <pc:docMk/>
            <pc:sldMk cId="1071484227" sldId="916"/>
            <ac:grpSpMk id="9" creationId="{E6B9985C-7B86-D6B3-AA0D-33A7750A3905}"/>
          </ac:grpSpMkLst>
        </pc:grpChg>
        <pc:picChg chg="add del mod modCrop">
          <ac:chgData name="태현 고" userId="e678494651c46122" providerId="LiveId" clId="{539C6FA0-F84E-4B39-A3A5-84203512A6BB}" dt="2026-08-30T03:51:47.206" v="12677" actId="478"/>
          <ac:picMkLst>
            <pc:docMk/>
            <pc:sldMk cId="1071484227" sldId="916"/>
            <ac:picMk id="6" creationId="{7D7E830C-648F-4E5A-8FE0-A65D9CEE120F}"/>
          </ac:picMkLst>
        </pc:picChg>
        <pc:picChg chg="add del mod">
          <ac:chgData name="태현 고" userId="e678494651c46122" providerId="LiveId" clId="{539C6FA0-F84E-4B39-A3A5-84203512A6BB}" dt="2026-08-30T03:53:20.953" v="12682" actId="478"/>
          <ac:picMkLst>
            <pc:docMk/>
            <pc:sldMk cId="1071484227" sldId="916"/>
            <ac:picMk id="12" creationId="{9FB35070-7CCD-555B-DD29-AE853B13707F}"/>
          </ac:picMkLst>
        </pc:picChg>
        <pc:picChg chg="add del">
          <ac:chgData name="태현 고" userId="e678494651c46122" providerId="LiveId" clId="{539C6FA0-F84E-4B39-A3A5-84203512A6BB}" dt="2026-08-30T03:53:49.511" v="12684" actId="22"/>
          <ac:picMkLst>
            <pc:docMk/>
            <pc:sldMk cId="1071484227" sldId="916"/>
            <ac:picMk id="14" creationId="{7799B9F1-E51C-51C9-A86A-3BD01AC7D49C}"/>
          </ac:picMkLst>
        </pc:picChg>
        <pc:picChg chg="add mod modCrop">
          <ac:chgData name="태현 고" userId="e678494651c46122" providerId="LiveId" clId="{539C6FA0-F84E-4B39-A3A5-84203512A6BB}" dt="2026-08-30T08:17:42.473" v="14751" actId="14100"/>
          <ac:picMkLst>
            <pc:docMk/>
            <pc:sldMk cId="1071484227" sldId="916"/>
            <ac:picMk id="18" creationId="{C6252414-CB95-1E11-8696-1466FCC74825}"/>
          </ac:picMkLst>
        </pc:picChg>
      </pc:sldChg>
      <pc:sldChg chg="addSp delSp modSp add mod">
        <pc:chgData name="태현 고" userId="e678494651c46122" providerId="LiveId" clId="{539C6FA0-F84E-4B39-A3A5-84203512A6BB}" dt="2026-08-30T10:10:44.756" v="14795"/>
        <pc:sldMkLst>
          <pc:docMk/>
          <pc:sldMk cId="989266230" sldId="917"/>
        </pc:sldMkLst>
        <pc:spChg chg="add mod">
          <ac:chgData name="태현 고" userId="e678494651c46122" providerId="LiveId" clId="{539C6FA0-F84E-4B39-A3A5-84203512A6BB}" dt="2026-08-30T10:10:44.756" v="14795"/>
          <ac:spMkLst>
            <pc:docMk/>
            <pc:sldMk cId="989266230" sldId="917"/>
            <ac:spMk id="5" creationId="{572AE4DE-E993-5F78-4256-C40A2DAB44DC}"/>
          </ac:spMkLst>
        </pc:spChg>
        <pc:spChg chg="add del mod">
          <ac:chgData name="태현 고" userId="e678494651c46122" providerId="LiveId" clId="{539C6FA0-F84E-4B39-A3A5-84203512A6BB}" dt="2026-08-30T08:18:02.847" v="14755" actId="478"/>
          <ac:spMkLst>
            <pc:docMk/>
            <pc:sldMk cId="989266230" sldId="917"/>
            <ac:spMk id="6" creationId="{9F31530D-4206-DF53-3E3E-FC3479F01008}"/>
          </ac:spMkLst>
        </pc:spChg>
        <pc:spChg chg="mod">
          <ac:chgData name="태현 고" userId="e678494651c46122" providerId="LiveId" clId="{539C6FA0-F84E-4B39-A3A5-84203512A6BB}" dt="2026-08-30T05:51:41.135" v="13538" actId="20577"/>
          <ac:spMkLst>
            <pc:docMk/>
            <pc:sldMk cId="989266230" sldId="917"/>
            <ac:spMk id="10" creationId="{170D3860-157B-6317-CA0F-56687E2EF540}"/>
          </ac:spMkLst>
        </pc:spChg>
        <pc:spChg chg="add del mod">
          <ac:chgData name="태현 고" userId="e678494651c46122" providerId="LiveId" clId="{539C6FA0-F84E-4B39-A3A5-84203512A6BB}" dt="2026-08-30T08:20:04.010" v="14759" actId="478"/>
          <ac:spMkLst>
            <pc:docMk/>
            <pc:sldMk cId="989266230" sldId="917"/>
            <ac:spMk id="12" creationId="{09730AA6-2BB4-EE50-C602-D230E2C05A51}"/>
          </ac:spMkLst>
        </pc:spChg>
        <pc:spChg chg="add del mod">
          <ac:chgData name="태현 고" userId="e678494651c46122" providerId="LiveId" clId="{539C6FA0-F84E-4B39-A3A5-84203512A6BB}" dt="2026-08-30T08:19:56.464" v="14756" actId="478"/>
          <ac:spMkLst>
            <pc:docMk/>
            <pc:sldMk cId="989266230" sldId="917"/>
            <ac:spMk id="19" creationId="{DEF5A812-CC3B-1856-5655-27EC7B466F1D}"/>
          </ac:spMkLst>
        </pc:spChg>
        <pc:spChg chg="del">
          <ac:chgData name="태현 고" userId="e678494651c46122" providerId="LiveId" clId="{539C6FA0-F84E-4B39-A3A5-84203512A6BB}" dt="2026-08-30T04:00:50.309" v="12861" actId="478"/>
          <ac:spMkLst>
            <pc:docMk/>
            <pc:sldMk cId="989266230" sldId="917"/>
            <ac:spMk id="21" creationId="{6136B065-427B-EEFC-0C1C-8B720254045B}"/>
          </ac:spMkLst>
        </pc:spChg>
        <pc:picChg chg="add mod modCrop">
          <ac:chgData name="태현 고" userId="e678494651c46122" providerId="LiveId" clId="{539C6FA0-F84E-4B39-A3A5-84203512A6BB}" dt="2026-08-30T04:01:07.336" v="12867" actId="14100"/>
          <ac:picMkLst>
            <pc:docMk/>
            <pc:sldMk cId="989266230" sldId="917"/>
            <ac:picMk id="3" creationId="{E0F9E628-29DF-5B26-053E-468EBD3C6EAE}"/>
          </ac:picMkLst>
        </pc:picChg>
        <pc:picChg chg="del">
          <ac:chgData name="태현 고" userId="e678494651c46122" providerId="LiveId" clId="{539C6FA0-F84E-4B39-A3A5-84203512A6BB}" dt="2026-08-30T03:59:18.045" v="12850" actId="478"/>
          <ac:picMkLst>
            <pc:docMk/>
            <pc:sldMk cId="989266230" sldId="917"/>
            <ac:picMk id="18" creationId="{FE8DC284-8013-47C1-4775-58525C1D942C}"/>
          </ac:picMkLst>
        </pc:picChg>
      </pc:sldChg>
      <pc:sldChg chg="addSp delSp modSp add mod modNotesTx">
        <pc:chgData name="태현 고" userId="e678494651c46122" providerId="LiveId" clId="{539C6FA0-F84E-4B39-A3A5-84203512A6BB}" dt="2026-08-30T10:14:05.146" v="14824" actId="20577"/>
        <pc:sldMkLst>
          <pc:docMk/>
          <pc:sldMk cId="3813292416" sldId="918"/>
        </pc:sldMkLst>
        <pc:spChg chg="add mod">
          <ac:chgData name="태현 고" userId="e678494651c46122" providerId="LiveId" clId="{539C6FA0-F84E-4B39-A3A5-84203512A6BB}" dt="2026-08-30T10:13:16.664" v="14819" actId="5793"/>
          <ac:spMkLst>
            <pc:docMk/>
            <pc:sldMk cId="3813292416" sldId="918"/>
            <ac:spMk id="3" creationId="{C410C289-9B6A-FDB1-2878-C92063834489}"/>
          </ac:spMkLst>
        </pc:spChg>
        <pc:spChg chg="del">
          <ac:chgData name="태현 고" userId="e678494651c46122" providerId="LiveId" clId="{539C6FA0-F84E-4B39-A3A5-84203512A6BB}" dt="2026-08-30T04:03:06.160" v="12910" actId="478"/>
          <ac:spMkLst>
            <pc:docMk/>
            <pc:sldMk cId="3813292416" sldId="918"/>
            <ac:spMk id="6" creationId="{79D293C4-6FD7-23B1-05E1-BDFF1BCC67D5}"/>
          </ac:spMkLst>
        </pc:spChg>
        <pc:spChg chg="mod">
          <ac:chgData name="태현 고" userId="e678494651c46122" providerId="LiveId" clId="{539C6FA0-F84E-4B39-A3A5-84203512A6BB}" dt="2026-08-30T05:51:48.919" v="13549" actId="20577"/>
          <ac:spMkLst>
            <pc:docMk/>
            <pc:sldMk cId="3813292416" sldId="918"/>
            <ac:spMk id="10" creationId="{1B6C7280-D6C4-5A2F-9380-571603AFA47B}"/>
          </ac:spMkLst>
        </pc:spChg>
        <pc:spChg chg="del">
          <ac:chgData name="태현 고" userId="e678494651c46122" providerId="LiveId" clId="{539C6FA0-F84E-4B39-A3A5-84203512A6BB}" dt="2026-08-30T04:03:12.138" v="12912" actId="478"/>
          <ac:spMkLst>
            <pc:docMk/>
            <pc:sldMk cId="3813292416" sldId="918"/>
            <ac:spMk id="12" creationId="{8AE9D689-74AF-FCE3-2C50-02F2360D801B}"/>
          </ac:spMkLst>
        </pc:spChg>
        <pc:spChg chg="add del mod">
          <ac:chgData name="태현 고" userId="e678494651c46122" providerId="LiveId" clId="{539C6FA0-F84E-4B39-A3A5-84203512A6BB}" dt="2026-08-30T10:12:50.239" v="14810" actId="478"/>
          <ac:spMkLst>
            <pc:docMk/>
            <pc:sldMk cId="3813292416" sldId="918"/>
            <ac:spMk id="13" creationId="{0207A315-5228-7A57-76FF-8FE77E687C01}"/>
          </ac:spMkLst>
        </pc:spChg>
        <pc:spChg chg="add del mod">
          <ac:chgData name="태현 고" userId="e678494651c46122" providerId="LiveId" clId="{539C6FA0-F84E-4B39-A3A5-84203512A6BB}" dt="2026-08-30T10:12:52.759" v="14811" actId="478"/>
          <ac:spMkLst>
            <pc:docMk/>
            <pc:sldMk cId="3813292416" sldId="918"/>
            <ac:spMk id="15" creationId="{9A590960-D17B-6F7A-2CB9-1348D4F69883}"/>
          </ac:spMkLst>
        </pc:spChg>
        <pc:spChg chg="add del mod">
          <ac:chgData name="태현 고" userId="e678494651c46122" providerId="LiveId" clId="{539C6FA0-F84E-4B39-A3A5-84203512A6BB}" dt="2026-08-30T10:12:47.589" v="14809" actId="478"/>
          <ac:spMkLst>
            <pc:docMk/>
            <pc:sldMk cId="3813292416" sldId="918"/>
            <ac:spMk id="17" creationId="{1BA91C1E-4FB9-F3A3-24B1-0C633BC6CE4F}"/>
          </ac:spMkLst>
        </pc:spChg>
        <pc:spChg chg="del">
          <ac:chgData name="태현 고" userId="e678494651c46122" providerId="LiveId" clId="{539C6FA0-F84E-4B39-A3A5-84203512A6BB}" dt="2026-08-30T04:03:09.366" v="12911" actId="478"/>
          <ac:spMkLst>
            <pc:docMk/>
            <pc:sldMk cId="3813292416" sldId="918"/>
            <ac:spMk id="19" creationId="{142F76D7-F14B-804B-3889-03528D79EF01}"/>
          </ac:spMkLst>
        </pc:spChg>
        <pc:spChg chg="add del">
          <ac:chgData name="태현 고" userId="e678494651c46122" providerId="LiveId" clId="{539C6FA0-F84E-4B39-A3A5-84203512A6BB}" dt="2026-08-30T04:04:22.908" v="12924" actId="22"/>
          <ac:spMkLst>
            <pc:docMk/>
            <pc:sldMk cId="3813292416" sldId="918"/>
            <ac:spMk id="20" creationId="{8B650C7D-6264-7A0A-A764-B13189B09BB8}"/>
          </ac:spMkLst>
        </pc:spChg>
        <pc:picChg chg="del">
          <ac:chgData name="태현 고" userId="e678494651c46122" providerId="LiveId" clId="{539C6FA0-F84E-4B39-A3A5-84203512A6BB}" dt="2026-08-30T04:02:25.986" v="12904" actId="478"/>
          <ac:picMkLst>
            <pc:docMk/>
            <pc:sldMk cId="3813292416" sldId="918"/>
            <ac:picMk id="3" creationId="{D02A1079-61A3-44BD-3527-D282CC3C78E9}"/>
          </ac:picMkLst>
        </pc:picChg>
        <pc:picChg chg="add mod modCrop">
          <ac:chgData name="태현 고" userId="e678494651c46122" providerId="LiveId" clId="{539C6FA0-F84E-4B39-A3A5-84203512A6BB}" dt="2026-08-30T04:03:16.915" v="12914" actId="14100"/>
          <ac:picMkLst>
            <pc:docMk/>
            <pc:sldMk cId="3813292416" sldId="918"/>
            <ac:picMk id="5" creationId="{851E9E7D-A817-583D-6C04-8F61CE2390BF}"/>
          </ac:picMkLst>
        </pc:picChg>
      </pc:sldChg>
      <pc:sldChg chg="addSp delSp modSp add mod">
        <pc:chgData name="태현 고" userId="e678494651c46122" providerId="LiveId" clId="{539C6FA0-F84E-4B39-A3A5-84203512A6BB}" dt="2026-08-30T10:13:47.285" v="14823" actId="14100"/>
        <pc:sldMkLst>
          <pc:docMk/>
          <pc:sldMk cId="1804748109" sldId="919"/>
        </pc:sldMkLst>
        <pc:spChg chg="add mod">
          <ac:chgData name="태현 고" userId="e678494651c46122" providerId="LiveId" clId="{539C6FA0-F84E-4B39-A3A5-84203512A6BB}" dt="2026-08-30T10:13:47.285" v="14823" actId="14100"/>
          <ac:spMkLst>
            <pc:docMk/>
            <pc:sldMk cId="1804748109" sldId="919"/>
            <ac:spMk id="7" creationId="{224EB2BA-B114-868B-F6FF-D9FEA80A1EE1}"/>
          </ac:spMkLst>
        </pc:spChg>
        <pc:spChg chg="mod">
          <ac:chgData name="태현 고" userId="e678494651c46122" providerId="LiveId" clId="{539C6FA0-F84E-4B39-A3A5-84203512A6BB}" dt="2026-08-30T05:51:53.152" v="13552" actId="20577"/>
          <ac:spMkLst>
            <pc:docMk/>
            <pc:sldMk cId="1804748109" sldId="919"/>
            <ac:spMk id="10" creationId="{4C35B874-BD10-A1CB-142A-B87B69B50226}"/>
          </ac:spMkLst>
        </pc:spChg>
        <pc:spChg chg="del">
          <ac:chgData name="태현 고" userId="e678494651c46122" providerId="LiveId" clId="{539C6FA0-F84E-4B39-A3A5-84203512A6BB}" dt="2026-08-30T04:05:38.926" v="12953" actId="478"/>
          <ac:spMkLst>
            <pc:docMk/>
            <pc:sldMk cId="1804748109" sldId="919"/>
            <ac:spMk id="13" creationId="{BE21B16B-51DB-AB37-6FBD-6E6BF0CF6103}"/>
          </ac:spMkLst>
        </pc:spChg>
        <pc:spChg chg="del">
          <ac:chgData name="태현 고" userId="e678494651c46122" providerId="LiveId" clId="{539C6FA0-F84E-4B39-A3A5-84203512A6BB}" dt="2026-08-30T04:05:40.989" v="12954" actId="478"/>
          <ac:spMkLst>
            <pc:docMk/>
            <pc:sldMk cId="1804748109" sldId="919"/>
            <ac:spMk id="15" creationId="{13337061-89DE-F21B-B200-37526EABB4BC}"/>
          </ac:spMkLst>
        </pc:spChg>
        <pc:spChg chg="del">
          <ac:chgData name="태현 고" userId="e678494651c46122" providerId="LiveId" clId="{539C6FA0-F84E-4B39-A3A5-84203512A6BB}" dt="2026-08-30T04:05:44.449" v="12955" actId="478"/>
          <ac:spMkLst>
            <pc:docMk/>
            <pc:sldMk cId="1804748109" sldId="919"/>
            <ac:spMk id="17" creationId="{865A3590-D53E-A573-4C12-9BCA16E4B232}"/>
          </ac:spMkLst>
        </pc:spChg>
        <pc:picChg chg="add mod modCrop">
          <ac:chgData name="태현 고" userId="e678494651c46122" providerId="LiveId" clId="{539C6FA0-F84E-4B39-A3A5-84203512A6BB}" dt="2026-08-30T06:47:52.686" v="13777" actId="14100"/>
          <ac:picMkLst>
            <pc:docMk/>
            <pc:sldMk cId="1804748109" sldId="919"/>
            <ac:picMk id="3" creationId="{4709BFAD-5A08-52E3-3516-90C3CEAB9492}"/>
          </ac:picMkLst>
        </pc:picChg>
        <pc:picChg chg="del">
          <ac:chgData name="태현 고" userId="e678494651c46122" providerId="LiveId" clId="{539C6FA0-F84E-4B39-A3A5-84203512A6BB}" dt="2026-08-30T04:05:22.780" v="12947" actId="478"/>
          <ac:picMkLst>
            <pc:docMk/>
            <pc:sldMk cId="1804748109" sldId="919"/>
            <ac:picMk id="5" creationId="{526D09D4-ABE3-13BE-E05F-088FE706866C}"/>
          </ac:picMkLst>
        </pc:picChg>
      </pc:sldChg>
      <pc:sldChg chg="delSp modSp add del mod">
        <pc:chgData name="태현 고" userId="e678494651c46122" providerId="LiveId" clId="{539C6FA0-F84E-4B39-A3A5-84203512A6BB}" dt="2026-08-30T04:27:42.501" v="13272" actId="47"/>
        <pc:sldMkLst>
          <pc:docMk/>
          <pc:sldMk cId="1709957022" sldId="920"/>
        </pc:sldMkLst>
        <pc:spChg chg="mod">
          <ac:chgData name="태현 고" userId="e678494651c46122" providerId="LiveId" clId="{539C6FA0-F84E-4B39-A3A5-84203512A6BB}" dt="2026-08-30T04:23:04.208" v="13066" actId="20577"/>
          <ac:spMkLst>
            <pc:docMk/>
            <pc:sldMk cId="1709957022" sldId="920"/>
            <ac:spMk id="3" creationId="{DC548DD6-8F0C-07DA-B765-881ECBF74057}"/>
          </ac:spMkLst>
        </pc:spChg>
        <pc:spChg chg="del">
          <ac:chgData name="태현 고" userId="e678494651c46122" providerId="LiveId" clId="{539C6FA0-F84E-4B39-A3A5-84203512A6BB}" dt="2026-08-30T04:23:08.255" v="13067" actId="478"/>
          <ac:spMkLst>
            <pc:docMk/>
            <pc:sldMk cId="1709957022" sldId="920"/>
            <ac:spMk id="6" creationId="{F769A680-7F72-A444-6360-A42A263E2217}"/>
          </ac:spMkLst>
        </pc:spChg>
        <pc:spChg chg="mod">
          <ac:chgData name="태현 고" userId="e678494651c46122" providerId="LiveId" clId="{539C6FA0-F84E-4B39-A3A5-84203512A6BB}" dt="2026-08-30T04:22:46.277" v="13055" actId="113"/>
          <ac:spMkLst>
            <pc:docMk/>
            <pc:sldMk cId="1709957022" sldId="920"/>
            <ac:spMk id="10" creationId="{9EC09FC9-4C24-B534-2985-3B67CD5D5A86}"/>
          </ac:spMkLst>
        </pc:spChg>
      </pc:sldChg>
      <pc:sldChg chg="addSp delSp modSp add mod modNotesTx">
        <pc:chgData name="태현 고" userId="e678494651c46122" providerId="LiveId" clId="{539C6FA0-F84E-4B39-A3A5-84203512A6BB}" dt="2026-08-30T10:17:34.280" v="14860" actId="20577"/>
        <pc:sldMkLst>
          <pc:docMk/>
          <pc:sldMk cId="2638471063" sldId="920"/>
        </pc:sldMkLst>
        <pc:picChg chg="add mod modCrop">
          <ac:chgData name="태현 고" userId="e678494651c46122" providerId="LiveId" clId="{539C6FA0-F84E-4B39-A3A5-84203512A6BB}" dt="2026-08-30T04:30:25.052" v="13324" actId="1076"/>
          <ac:picMkLst>
            <pc:docMk/>
            <pc:sldMk cId="2638471063" sldId="920"/>
            <ac:picMk id="3" creationId="{BAA5F12F-1EDB-5B78-88BF-48981EBB8060}"/>
          </ac:picMkLst>
        </pc:picChg>
        <pc:picChg chg="del">
          <ac:chgData name="태현 고" userId="e678494651c46122" providerId="LiveId" clId="{539C6FA0-F84E-4B39-A3A5-84203512A6BB}" dt="2026-08-30T04:29:29.581" v="13306" actId="478"/>
          <ac:picMkLst>
            <pc:docMk/>
            <pc:sldMk cId="2638471063" sldId="920"/>
            <ac:picMk id="5" creationId="{0E593FA3-6876-E756-F0A9-744AD794A5B1}"/>
          </ac:picMkLst>
        </pc:picChg>
      </pc:sldChg>
      <pc:sldChg chg="addSp delSp modSp add mod modNotesTx">
        <pc:chgData name="태현 고" userId="e678494651c46122" providerId="LiveId" clId="{539C6FA0-F84E-4B39-A3A5-84203512A6BB}" dt="2026-08-30T10:35:42.837" v="15070" actId="207"/>
        <pc:sldMkLst>
          <pc:docMk/>
          <pc:sldMk cId="1354476258" sldId="921"/>
        </pc:sldMkLst>
        <pc:spChg chg="add del">
          <ac:chgData name="태현 고" userId="e678494651c46122" providerId="LiveId" clId="{539C6FA0-F84E-4B39-A3A5-84203512A6BB}" dt="2026-08-30T04:35:20.711" v="13364" actId="22"/>
          <ac:spMkLst>
            <pc:docMk/>
            <pc:sldMk cId="1354476258" sldId="921"/>
            <ac:spMk id="3" creationId="{96A8941E-90BA-AC45-13CA-D70AAA64B802}"/>
          </ac:spMkLst>
        </pc:spChg>
        <pc:spChg chg="mod">
          <ac:chgData name="태현 고" userId="e678494651c46122" providerId="LiveId" clId="{539C6FA0-F84E-4B39-A3A5-84203512A6BB}" dt="2026-08-30T10:35:42.837" v="15070" actId="207"/>
          <ac:spMkLst>
            <pc:docMk/>
            <pc:sldMk cId="1354476258" sldId="921"/>
            <ac:spMk id="5" creationId="{9213D7F6-792C-486E-719A-63E448B61CA4}"/>
          </ac:spMkLst>
        </pc:spChg>
        <pc:spChg chg="mod">
          <ac:chgData name="태현 고" userId="e678494651c46122" providerId="LiveId" clId="{539C6FA0-F84E-4B39-A3A5-84203512A6BB}" dt="2026-08-30T04:34:33.099" v="13360" actId="113"/>
          <ac:spMkLst>
            <pc:docMk/>
            <pc:sldMk cId="1354476258" sldId="921"/>
            <ac:spMk id="10" creationId="{B93CAD1E-F224-4173-59D0-D1DDBE356E2E}"/>
          </ac:spMkLst>
        </pc:spChg>
        <pc:spChg chg="mod">
          <ac:chgData name="태현 고" userId="e678494651c46122" providerId="LiveId" clId="{539C6FA0-F84E-4B39-A3A5-84203512A6BB}" dt="2026-08-30T04:34:22.422" v="13353"/>
          <ac:spMkLst>
            <pc:docMk/>
            <pc:sldMk cId="1354476258" sldId="921"/>
            <ac:spMk id="11" creationId="{E65E18CF-8201-D60D-33E2-3929E3D2DEDF}"/>
          </ac:spMkLst>
        </pc:spChg>
        <pc:grpChg chg="mod">
          <ac:chgData name="태현 고" userId="e678494651c46122" providerId="LiveId" clId="{539C6FA0-F84E-4B39-A3A5-84203512A6BB}" dt="2026-08-30T04:34:22.422" v="13353"/>
          <ac:grpSpMkLst>
            <pc:docMk/>
            <pc:sldMk cId="1354476258" sldId="921"/>
            <ac:grpSpMk id="9" creationId="{701CC8F9-A482-EA36-D59B-A357050E9B46}"/>
          </ac:grpSpMkLst>
        </pc:grpChg>
      </pc:sldChg>
      <pc:sldChg chg="modSp add del mod">
        <pc:chgData name="태현 고" userId="e678494651c46122" providerId="LiveId" clId="{539C6FA0-F84E-4B39-A3A5-84203512A6BB}" dt="2026-08-30T04:27:44.031" v="13273" actId="47"/>
        <pc:sldMkLst>
          <pc:docMk/>
          <pc:sldMk cId="1380693910" sldId="921"/>
        </pc:sldMkLst>
        <pc:spChg chg="mod">
          <ac:chgData name="태현 고" userId="e678494651c46122" providerId="LiveId" clId="{539C6FA0-F84E-4B39-A3A5-84203512A6BB}" dt="2026-08-30T04:23:47.307" v="13076"/>
          <ac:spMkLst>
            <pc:docMk/>
            <pc:sldMk cId="1380693910" sldId="921"/>
            <ac:spMk id="3" creationId="{A0A4C894-E3CA-7150-1923-243CCE274041}"/>
          </ac:spMkLst>
        </pc:spChg>
        <pc:spChg chg="mod">
          <ac:chgData name="태현 고" userId="e678494651c46122" providerId="LiveId" clId="{539C6FA0-F84E-4B39-A3A5-84203512A6BB}" dt="2026-08-30T04:23:53.261" v="13078"/>
          <ac:spMkLst>
            <pc:docMk/>
            <pc:sldMk cId="1380693910" sldId="921"/>
            <ac:spMk id="6" creationId="{3B7B1B3B-EDFB-2158-8983-82BB539DE9AE}"/>
          </ac:spMkLst>
        </pc:spChg>
        <pc:spChg chg="mod">
          <ac:chgData name="태현 고" userId="e678494651c46122" providerId="LiveId" clId="{539C6FA0-F84E-4B39-A3A5-84203512A6BB}" dt="2026-08-30T04:23:34.134" v="13074" actId="113"/>
          <ac:spMkLst>
            <pc:docMk/>
            <pc:sldMk cId="1380693910" sldId="921"/>
            <ac:spMk id="10" creationId="{9532E83C-BB6F-4E1F-E85A-0987B5BE3489}"/>
          </ac:spMkLst>
        </pc:spChg>
      </pc:sldChg>
      <pc:sldChg chg="modSp add mod modNotesTx">
        <pc:chgData name="태현 고" userId="e678494651c46122" providerId="LiveId" clId="{539C6FA0-F84E-4B39-A3A5-84203512A6BB}" dt="2026-08-30T10:24:20.342" v="14983" actId="113"/>
        <pc:sldMkLst>
          <pc:docMk/>
          <pc:sldMk cId="3358597661" sldId="922"/>
        </pc:sldMkLst>
        <pc:spChg chg="mod">
          <ac:chgData name="태현 고" userId="e678494651c46122" providerId="LiveId" clId="{539C6FA0-F84E-4B39-A3A5-84203512A6BB}" dt="2026-08-30T10:24:20.342" v="14983" actId="113"/>
          <ac:spMkLst>
            <pc:docMk/>
            <pc:sldMk cId="3358597661" sldId="922"/>
            <ac:spMk id="5" creationId="{3C5F1FFE-583F-DF97-B57B-D5F43F11206A}"/>
          </ac:spMkLst>
        </pc:spChg>
        <pc:spChg chg="mod">
          <ac:chgData name="태현 고" userId="e678494651c46122" providerId="LiveId" clId="{539C6FA0-F84E-4B39-A3A5-84203512A6BB}" dt="2026-08-30T04:36:00.019" v="13375" actId="20577"/>
          <ac:spMkLst>
            <pc:docMk/>
            <pc:sldMk cId="3358597661" sldId="922"/>
            <ac:spMk id="10" creationId="{CE9F2D61-1491-753C-982C-B904B43D2D0C}"/>
          </ac:spMkLst>
        </pc:spChg>
      </pc:sldChg>
      <pc:sldChg chg="modSp add mod">
        <pc:chgData name="태현 고" userId="e678494651c46122" providerId="LiveId" clId="{539C6FA0-F84E-4B39-A3A5-84203512A6BB}" dt="2026-08-30T05:42:02.011" v="13445" actId="207"/>
        <pc:sldMkLst>
          <pc:docMk/>
          <pc:sldMk cId="3177196781" sldId="923"/>
        </pc:sldMkLst>
        <pc:spChg chg="mod">
          <ac:chgData name="태현 고" userId="e678494651c46122" providerId="LiveId" clId="{539C6FA0-F84E-4B39-A3A5-84203512A6BB}" dt="2026-08-30T05:42:02.011" v="13445" actId="207"/>
          <ac:spMkLst>
            <pc:docMk/>
            <pc:sldMk cId="3177196781" sldId="923"/>
            <ac:spMk id="10" creationId="{3FC79694-7221-74FF-F620-2FF38DD629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32" tIns="45715" rIns="91432" bIns="45715"/>
          <a:lstStyle>
            <a:lvl1pPr algn="r">
              <a:defRPr sz="1200"/>
            </a:lvl1pPr>
          </a:lstStyle>
          <a:p>
            <a:pPr lvl="0">
              <a:defRPr/>
            </a:pPr>
            <a:fld id="{D8A18A99-91F3-4739-9AF9-D3E54F5507E0}" type="datetime1">
              <a:rPr lang="ko-KR" altLang="en-US"/>
              <a:pPr lvl="0">
                <a:defRPr/>
              </a:pPr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2" tIns="45715" rIns="91432" bIns="45715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anchor="b"/>
          <a:lstStyle>
            <a:lvl1pPr algn="r">
              <a:defRPr sz="1200"/>
            </a:lvl1pPr>
          </a:lstStyle>
          <a:p>
            <a:pPr lvl="0">
              <a:defRPr/>
            </a:pPr>
            <a:fld id="{EC9DA1BD-9844-4538-8BC0-05298B5B73B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444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EC9DA1BD-9844-4538-8BC0-05298B5B73B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595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0205-6E53-7996-77A8-197EB4A7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21E10-4E78-F64F-3DD4-EE133F5D1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632FD-B6E3-D7FC-1C62-6EEBB5F8E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1C6AF-BE36-B815-CE9C-250782384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71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A2AD-1DB4-E0CE-567B-450777B4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9C1A62-BD67-42CB-417B-F91192EE0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6ECDB8-08E9-D816-B22B-6F12FFE94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A171CA-DA62-82BE-0434-8CA8F2A04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3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76C9-1A40-8351-02D9-D39A3209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EC8318-D09E-054A-55F1-066F7ED53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78627-EBDB-1492-7E59-7DECE1F9E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D6EA0-0D55-9B52-0F3A-F639A6299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876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41B5-FB7C-BF11-4161-43E1B44E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413330-B63A-8E89-3084-F45D89060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93BCD-B935-2B5B-A77C-7A4000195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5F33D-FE7E-CE7F-E750-ED0DBA730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321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9A-387D-902F-B2A1-DA692274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3D9430-1038-B673-3C49-6DE65D25C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2FB75-E744-47DF-4199-3577A43A1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485E8-C33B-8984-D70B-CF535EB0E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880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0994-35C1-31B9-924C-EF7DA330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B4A19-1DC7-83D3-AE1B-BEB6FFD0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F349A4-77EC-CB03-E147-F2459F7A5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2E947-CEA7-B30C-B9CF-82B2E3F38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19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F397-AD4A-ABBA-6E14-3D9BB74B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0347ED-8D06-5239-D8A7-47F0BAB50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10DC73-6AF1-2271-CB71-630EB7336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9E8A7-E9D9-E6CA-463D-C31F3E80A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883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268F-93FB-AFE1-A934-BB9CF85B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F4513-9A4E-2727-7646-2D94FFF89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C5C0DF-38A2-56A4-D1B0-4F9DCE166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A1C7C-9D93-35C5-13CF-6A154F1E3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5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63F0-DDD6-F79C-FEAB-B7E45506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930E52-C3EF-47F8-DC3E-A38484B5B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AC12F-04CD-9CED-0FFE-E1147E62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CD272-A2C3-6E2A-ED53-67CD27282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327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A78E-DCBD-8F9C-1296-D6FA3C55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8B3126-C8B2-7047-CB7D-A2257B5B3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3DC56-7AEB-9FC3-D3C6-DFF4596E3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0DC57-9AC9-9E76-1772-F9DF43551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025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4288-3576-1C6B-FF42-A306CD4A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359051-99DF-5CB9-F32D-CB16648F0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AB8B8F-8F19-DB08-AB37-B9B69E3E7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5BC7B4-02B8-8D91-8848-044646576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560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E366-6C46-6E1B-1197-1A744001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091482-CE38-65BE-B399-193230E08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1502AE-76CA-3020-B6F3-137D31A76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202E7-2AC9-6378-8988-0384171EB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40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6FB3-8352-A153-B57E-5CB9C5A7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61704-EC43-6149-AB6F-B2C225581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7529A9-6D00-6FD7-728E-25A38FC49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2F24E-0DA5-5515-EA9A-347D4BDC5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3865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45C2-55A8-219D-A40B-8B09CC3F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A86C71-0D77-CB63-4CF7-C05485108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01E7EC-B41C-F436-ADA1-D33A316F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D8FC25-F802-52D3-04A3-EF6A8BBBE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C9DA1BD-9844-4538-8BC0-05298B5B73B6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1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9FA25D-8B5C-4238-AE21-6A98DCD093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778" b="52222"/>
          <a:stretch/>
        </p:blipFill>
        <p:spPr>
          <a:xfrm>
            <a:off x="10357036" y="1277004"/>
            <a:ext cx="1774034" cy="5875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9D6E60-32D8-44AE-AB0F-283CEDA48E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82DB167-13A5-43F3-B36B-0CDE410A275D}"/>
              </a:ext>
            </a:extLst>
          </p:cNvPr>
          <p:cNvGrpSpPr/>
          <p:nvPr userDrawn="1"/>
        </p:nvGrpSpPr>
        <p:grpSpPr>
          <a:xfrm>
            <a:off x="0" y="1990197"/>
            <a:ext cx="12192000" cy="576001"/>
            <a:chOff x="0" y="962489"/>
            <a:chExt cx="12192000" cy="57600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24E74AD-1AA5-46BB-8322-9C7EDC995083}"/>
                </a:ext>
              </a:extLst>
            </p:cNvPr>
            <p:cNvSpPr/>
            <p:nvPr/>
          </p:nvSpPr>
          <p:spPr>
            <a:xfrm>
              <a:off x="0" y="962489"/>
              <a:ext cx="12192000" cy="576000"/>
            </a:xfrm>
            <a:prstGeom prst="rect">
              <a:avLst/>
            </a:prstGeom>
            <a:solidFill>
              <a:srgbClr val="B6AD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순서도: 수동 입력 10">
              <a:extLst>
                <a:ext uri="{FF2B5EF4-FFF2-40B4-BE49-F238E27FC236}">
                  <a16:creationId xmlns:a16="http://schemas.microsoft.com/office/drawing/2014/main" id="{DC116A19-34FD-4A81-83B2-F8FA913E77AB}"/>
                </a:ext>
              </a:extLst>
            </p:cNvPr>
            <p:cNvSpPr/>
            <p:nvPr/>
          </p:nvSpPr>
          <p:spPr>
            <a:xfrm rot="16200000">
              <a:off x="8142259" y="-2511250"/>
              <a:ext cx="576000" cy="7523480"/>
            </a:xfrm>
            <a:prstGeom prst="flowChartManualInpu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다리꼴 11">
              <a:extLst>
                <a:ext uri="{FF2B5EF4-FFF2-40B4-BE49-F238E27FC236}">
                  <a16:creationId xmlns:a16="http://schemas.microsoft.com/office/drawing/2014/main" id="{E5F1B31D-F11D-4599-AB72-F88D5E6D8BEF}"/>
                </a:ext>
              </a:extLst>
            </p:cNvPr>
            <p:cNvSpPr/>
            <p:nvPr/>
          </p:nvSpPr>
          <p:spPr>
            <a:xfrm flipV="1">
              <a:off x="2971800" y="962489"/>
              <a:ext cx="5898569" cy="576000"/>
            </a:xfrm>
            <a:prstGeom prst="trapezoid">
              <a:avLst>
                <a:gd name="adj" fmla="val 461893"/>
              </a:avLst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BB9E0AE0-0E32-4556-AC35-EC5B3E2B613C}"/>
                </a:ext>
              </a:extLst>
            </p:cNvPr>
            <p:cNvSpPr/>
            <p:nvPr/>
          </p:nvSpPr>
          <p:spPr>
            <a:xfrm flipV="1">
              <a:off x="1874190" y="962489"/>
              <a:ext cx="7645400" cy="576000"/>
            </a:xfrm>
            <a:prstGeom prst="trapezoid">
              <a:avLst>
                <a:gd name="adj" fmla="val 199026"/>
              </a:avLst>
            </a:prstGeom>
            <a:solidFill>
              <a:schemeClr val="bg2">
                <a:lumMod val="2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제목 16">
            <a:extLst>
              <a:ext uri="{FF2B5EF4-FFF2-40B4-BE49-F238E27FC236}">
                <a16:creationId xmlns:a16="http://schemas.microsoft.com/office/drawing/2014/main" id="{A498E85F-C449-490F-9B34-690FE3CFE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835731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0A232D14-8ECF-4239-A4C6-8F9A883B5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417357"/>
            <a:ext cx="6035070" cy="449284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0" i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DFB987D4-36CD-43A5-ADE3-CF13E180A85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971280" y="5580996"/>
            <a:ext cx="2890550" cy="728921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9741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0AFB8-7DBA-4DDA-8F76-FBDA8454F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BC196-9C0F-46AD-84B3-3153865C7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873760"/>
            <a:ext cx="11211560" cy="5288280"/>
          </a:xfrm>
        </p:spPr>
        <p:txBody>
          <a:bodyPr>
            <a:normAutofit/>
          </a:bodyPr>
          <a:lstStyle>
            <a:lvl1pPr marL="228600" indent="-228600" latinLnBrk="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latinLnBrk="0">
              <a:buFont typeface="Arial" panose="020B0604020202020204" pitchFamily="34" charset="0"/>
              <a:buChar char="-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latinLnBrk="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latinLnBrk="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1481C-3078-46F6-8804-0E32A640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75F29-7F17-4513-8BEB-F729820F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0DA928-59F6-425F-ACD7-D0A2218A4E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40080" cy="5327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C0ED519-8B83-451F-BD81-AD60B05989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EECB6-90F9-406D-9D2D-80F1EBBE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6E5B90-7D58-4F9F-95F1-BF81EB264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E1CC4-250B-44C6-AE04-C50AA56C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8EF33-34F1-45AD-B9C7-323DC75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BEACA-BE5D-4F3F-86F4-1411E8D1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0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83951-CB07-423F-BEF9-B652AC00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FF351-7FA0-4AF0-99FA-60991829E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FF4A-9993-4129-B7FB-386221CB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AE291B-AB10-4681-80E0-DF5D01B3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1F8802-AF22-4ECE-B826-6C8EE5FFE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678960-B8D6-44D3-A9A0-4639BC71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3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2F304-4C96-47F9-88C7-42AA27B10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C2429-FFBD-4AAA-A75F-1DD5CCFE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FE88-4CBE-4250-9AD5-467711BC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EE45A9-B2A2-4480-B16A-3561F4FA9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665AE3-E2D2-43A5-8D77-E6E455225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72C75A-9A7F-43C7-B2C2-58B3ECCC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01DE34-069B-4E6D-8DBC-281A3F12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F87894-DF56-4686-9736-FBEB29AF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89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C3D95-99A3-40F7-BEF5-F09EF16E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0D1E87-6DD0-44FE-A3A4-85B20762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9B7BC8-E75D-4929-BD76-2D5548D9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FB8BC1-7577-4521-8B76-2EFD1E31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892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349000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2D7E8-F133-B84E-1A53-3018F2652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2920" y="6281327"/>
            <a:ext cx="1412240" cy="4401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A90E77-B4B0-9F5F-5A3A-E575CDA1D0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5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bg>
      <p:bgPr>
        <a:solidFill>
          <a:srgbClr val="968C83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6">
            <a:extLst>
              <a:ext uri="{FF2B5EF4-FFF2-40B4-BE49-F238E27FC236}">
                <a16:creationId xmlns:a16="http://schemas.microsoft.com/office/drawing/2014/main" id="{BAE210F7-EA68-474C-840D-B96FA3D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51" y="2712149"/>
            <a:ext cx="7853099" cy="1080000"/>
          </a:xfrm>
        </p:spPr>
        <p:txBody>
          <a:bodyPr/>
          <a:lstStyle>
            <a:lvl1pPr algn="r">
              <a:lnSpc>
                <a:spcPct val="100000"/>
              </a:lnSpc>
              <a:defRPr b="1">
                <a:solidFill>
                  <a:srgbClr val="ED8B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3BB6FD-239A-4A17-8D65-8497765295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A59459-0CD2-4A13-8A1D-D68CB6BF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E17100"/>
              </a:clrFrom>
              <a:clrTo>
                <a:srgbClr val="E171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56" r="3192"/>
          <a:stretch/>
        </p:blipFill>
        <p:spPr>
          <a:xfrm>
            <a:off x="10662920" y="6166389"/>
            <a:ext cx="1408219" cy="6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32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43BB7-8E53-459B-95DA-D010D9CE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A26810-5197-4C98-96D2-656368F7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EB874C-0905-4DAD-AFAB-E33CC0C25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5BEA3-AE99-4BCC-BCBB-FEE22D5A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D708B-769E-4524-BB40-A61778D6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5DCB11-D5B8-47B0-9CDC-1FBB1406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39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1DA44-422E-4186-BFA7-42FF3439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92D90F-CEB9-41CC-8528-263EC6B5D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2127A8-0C73-4E07-B4FC-DFCD4C59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5DA67-0BE1-4EEB-A0DD-5F719661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88384D-AD77-4D39-8CC4-864CD775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CBDDB-FE4E-4876-8894-0027D71D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03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D936A-4959-491A-A888-43BC4681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33953-FC1B-441E-82FE-ABDE01BB9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11DB9-C535-4882-A5A3-0A7E3FA7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53505-FA69-448E-BF5C-50A196EE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B0921-4A47-4FBE-ACB3-EAEF6309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0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B5B36E-4FA9-460D-BBA2-2DCCF0941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57C09-CEE6-4F12-A81D-D6E422C47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57D8A-2069-4B23-B2FD-C6830C8B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AB87E-62C5-46A7-832F-2980CAA6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59BB1-AFDC-42D8-B222-EC86F365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4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D0D27-28EE-BA44-88F3-F58F8D3E7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C13FC5-8AE2-201F-0094-456243E43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063C8-B98B-94B2-4EB6-AC74BE52D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6E37-8900-454A-BFF3-7119BFEAE9EE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6B5AA-31A1-BE2E-A934-C60DB249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D26A8-53DE-8299-B597-F338F5B4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F6F7B-FA5C-4243-8EEE-F974B0F288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0184614-8C2E-4551-AFB9-4D76656E5CC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3096442"/>
            <a:ext cx="3773751" cy="3761558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BB8ECF-B0A7-4AE5-A841-02DDA6CC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AF375-8459-4DBE-99EA-2CF850365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995BF-7008-4D6C-B4BB-CECA627D5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5323B-F23F-4CC0-9431-F0FB661D7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0B6474-34E9-4054-A96F-F452B81A0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37BF-2F50-41DA-93AE-68AB3A5DB3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93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miro3/PRiMeFlo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564664"/>
            <a:ext cx="12192000" cy="2321372"/>
          </a:xfrm>
        </p:spPr>
        <p:txBody>
          <a:bodyPr anchor="t">
            <a:noAutofit/>
          </a:bodyPr>
          <a:lstStyle/>
          <a:p>
            <a:pPr algn="ctr"/>
            <a:r>
              <a:rPr lang="en" altLang="ko-KR" dirty="0">
                <a:effectLst/>
              </a:rPr>
              <a:t>PRiMeFlow</a:t>
            </a:r>
            <a:br>
              <a:rPr lang="en" altLang="ko-KR" dirty="0">
                <a:effectLst/>
              </a:rPr>
            </a:br>
            <a:r>
              <a:rPr lang="en-US" altLang="ko-KR" dirty="0">
                <a:effectLst/>
              </a:rPr>
              <a:t>Code</a:t>
            </a:r>
            <a:r>
              <a:rPr lang="ko-KR" altLang="en-US" dirty="0">
                <a:effectLst/>
              </a:rPr>
              <a:t> </a:t>
            </a:r>
            <a:r>
              <a:rPr lang="en-US" altLang="ko-KR" dirty="0">
                <a:effectLst/>
              </a:rPr>
              <a:t>implementation (2)</a:t>
            </a:r>
            <a:r>
              <a:rPr lang="en" altLang="ko-KR" dirty="0">
                <a:effectLst/>
              </a:rPr>
              <a:t> 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A4F9454-58B4-06D7-C2E1-F1992F64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329815"/>
            <a:ext cx="12131070" cy="449284"/>
          </a:xfrm>
        </p:spPr>
        <p:txBody>
          <a:bodyPr>
            <a:noAutofit/>
          </a:bodyPr>
          <a:lstStyle/>
          <a:p>
            <a:pPr algn="ctr"/>
            <a:r>
              <a:rPr lang="en-US" altLang="ko-KR" sz="2000" b="1" u="sng" dirty="0">
                <a:solidFill>
                  <a:schemeClr val="bg1">
                    <a:lumMod val="65000"/>
                  </a:schemeClr>
                </a:solidFill>
              </a:rPr>
              <a:t>Ko</a:t>
            </a:r>
            <a:r>
              <a:rPr lang="ko-KR" altLang="en-US" sz="2000" b="1" u="sng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2000" b="1" u="sng" dirty="0" err="1">
                <a:solidFill>
                  <a:schemeClr val="bg1">
                    <a:lumMod val="65000"/>
                  </a:schemeClr>
                </a:solidFill>
              </a:rPr>
              <a:t>Taehyeon</a:t>
            </a:r>
            <a:endParaRPr lang="ko-KR" altLang="en-US" sz="2000" b="1" u="sng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741C9-0DBC-C3E4-95AD-B6E73E34B47E}"/>
              </a:ext>
            </a:extLst>
          </p:cNvPr>
          <p:cNvSpPr txBox="1"/>
          <p:nvPr/>
        </p:nvSpPr>
        <p:spPr>
          <a:xfrm>
            <a:off x="2917371" y="4219906"/>
            <a:ext cx="635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Source: </a:t>
            </a:r>
            <a:r>
              <a:rPr lang="en-US" altLang="ko-KR" dirty="0">
                <a:hlinkClick r:id="rId3"/>
              </a:rPr>
              <a:t>https://github.com/lamiro3/PRiMeFlow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39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345C2-BA2E-B9B5-BCEA-1E61B93F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B398B291-AB94-D64B-FA10-0D176B69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/>
              <a:t>Author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41B6AF-9210-DAB3-E51F-A85CB1098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400"/>
            <a:ext cx="6096000" cy="4597400"/>
          </a:xfrm>
          <a:prstGeom prst="rect">
            <a:avLst/>
          </a:prstGeom>
          <a:noFill/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7F6F319-2434-49A7-8E66-EEFC86C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9FAB96-515B-8E1D-D800-180C09F8A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22400"/>
            <a:ext cx="6096000" cy="459740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47751DB-EE97-6F4C-3EE5-CE25564090F9}"/>
              </a:ext>
            </a:extLst>
          </p:cNvPr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C79694-7221-74FF-F620-2FF38DD62926}"/>
                </a:ext>
              </a:extLst>
            </p:cNvPr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Zichao</a:t>
              </a: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Yan, Rory Stark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D93C15-1549-E1BF-A99B-CF0CDA241C52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19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scope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3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Models compared (10, on Norman19)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body"/>
          <p:cNvSpPr txBox="1"/>
          <p:nvPr/>
        </p:nvSpPr>
        <p:spPr>
          <a:xfrm>
            <a:off x="640078" y="1300000"/>
            <a:ext cx="10908000" cy="4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350"/>
              </a:spcAft>
              <a:buNone/>
            </a:pPr>
            <a:r>
              <a:rPr lang="en-US" altLang="ko-KR" sz="1700" dirty="0"/>
              <a:t>Source: </a:t>
            </a:r>
            <a:r>
              <a:rPr lang="en-US" altLang="ko-KR" sz="1700" u="sng" dirty="0">
                <a:solidFill>
                  <a:srgbClr val="0563C1"/>
                </a:solidFill>
              </a:rPr>
              <a:t>https://github.com/altoslabs/perturbench</a:t>
            </a:r>
          </a:p>
          <a:p>
            <a:pPr marL="342900" lvl="0" indent="-342900">
              <a:lnSpc>
                <a:spcPct val="150000"/>
              </a:lnSpc>
              <a:spcAft>
                <a:spcPts val="120"/>
              </a:spcAft>
              <a:buFont typeface="Arial" panose="020B0604020202020204" pitchFamily="34" charset="0"/>
              <a:buChar char="-"/>
            </a:pPr>
            <a:r>
              <a:rPr lang="en-US" altLang="ko-KR" sz="1850" b="1" dirty="0">
                <a:solidFill>
                  <a:srgbClr val="1F3864"/>
                </a:solidFill>
              </a:rPr>
              <a:t>6 baselines</a:t>
            </a:r>
          </a:p>
          <a:p>
            <a:pPr marL="628650" lvl="0" indent="0">
              <a:lnSpc>
                <a:spcPct val="150000"/>
              </a:lnSpc>
              <a:spcAft>
                <a:spcPts val="350"/>
              </a:spcAft>
              <a:buNone/>
            </a:pPr>
            <a:r>
              <a:rPr lang="en-US" altLang="ko-KR" sz="1650" dirty="0"/>
              <a:t>Linear_additive · Latent_additive · Decoder_only · CPA · SAMS_VAE · Biolord</a:t>
            </a:r>
          </a:p>
          <a:p>
            <a:pPr marL="342900" lvl="0" indent="-342900">
              <a:lnSpc>
                <a:spcPct val="150000"/>
              </a:lnSpc>
              <a:spcAft>
                <a:spcPts val="120"/>
              </a:spcAft>
              <a:buFont typeface="Arial" panose="020B0604020202020204" pitchFamily="34" charset="0"/>
              <a:buChar char="-"/>
            </a:pPr>
            <a:r>
              <a:rPr lang="en-US" altLang="ko-KR" sz="1850" b="1" dirty="0">
                <a:solidFill>
                  <a:srgbClr val="CB6015"/>
                </a:solidFill>
              </a:rPr>
              <a:t>4 PRiMeFlow variants</a:t>
            </a:r>
            <a:r>
              <a:rPr lang="en-US" altLang="ko-KR" sz="1600" dirty="0">
                <a:solidFill>
                  <a:srgbClr val="595959"/>
                </a:solidFill>
              </a:rPr>
              <a:t>  (my implementation)</a:t>
            </a:r>
          </a:p>
          <a:p>
            <a:pPr marL="685800" lvl="0" indent="-342900">
              <a:lnSpc>
                <a:spcPct val="150000"/>
              </a:lnSpc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U-Net, CFG=1.0  —  no gene embedding (ablation)</a:t>
            </a:r>
          </a:p>
          <a:p>
            <a:pPr marL="68580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altLang="ko-KR" sz="1600" b="1" dirty="0"/>
              <a:t>U-Net + gene embedding, CFG = 1.0 / 3.0 / 5.0  (CFG sweep)</a:t>
            </a:r>
          </a:p>
          <a:p>
            <a:pPr marL="342900" lvl="0" indent="-342900">
              <a:lnSpc>
                <a:spcPct val="150000"/>
              </a:lnSpc>
              <a:buNone/>
            </a:pPr>
            <a:r>
              <a:rPr lang="en-US" altLang="ko-KR" sz="1650" i="1" dirty="0"/>
              <a:t>→ all evaluated on the </a:t>
            </a:r>
            <a:r>
              <a:rPr lang="en-US" altLang="ko-KR" sz="1650" b="1" i="1" dirty="0"/>
              <a:t>same Norman19 split &amp; metric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goals &amp; environment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4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Training environment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left"/>
          <p:cNvSpPr txBox="1"/>
          <p:nvPr/>
        </p:nvSpPr>
        <p:spPr>
          <a:xfrm>
            <a:off x="640078" y="1300000"/>
            <a:ext cx="56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5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Setup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Hydra config + PyTorch Lightning, single-node multi-GPU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fp16 mixed precision diverged to NaN → </a:t>
            </a:r>
            <a:r>
              <a:rPr lang="en-US" altLang="ko-KR" sz="1600" b="1" dirty="0"/>
              <a:t>precision = 32</a:t>
            </a:r>
          </a:p>
          <a:p>
            <a:pPr marL="34290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PRiMeFlow(U-Net+gemb): 4-GPU DDP, effective batch 512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Training time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600" b="1" dirty="0">
                <a:solidFill>
                  <a:srgbClr val="C00000"/>
                </a:solidFill>
              </a:rPr>
              <a:t>1~2h per run</a:t>
            </a:r>
            <a:r>
              <a:rPr lang="en-US" altLang="ko-KR" sz="1500" i="1" dirty="0">
                <a:solidFill>
                  <a:srgbClr val="595959"/>
                </a:solidFill>
              </a:rPr>
              <a:t>  (fill in wall-clock before the talk)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6350000" y="1300000"/>
            <a:ext cx="52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Server</a:t>
            </a:r>
          </a:p>
          <a:p>
            <a:pPr marL="200000" lvl="0" indent="0">
              <a:lnSpc>
                <a:spcPct val="150000"/>
              </a:lnSpc>
              <a:spcAft>
                <a:spcPts val="180"/>
              </a:spcAft>
              <a:buNone/>
            </a:pPr>
            <a:r>
              <a:rPr lang="ko-KR" altLang="en-US" sz="1650" dirty="0"/>
              <a:t>정보문화관</a:t>
            </a:r>
            <a:r>
              <a:rPr lang="en-US" altLang="ko-KR" sz="1650" dirty="0"/>
              <a:t>-P rack  A5000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goals &amp; environment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5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Dataset — Norman19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body"/>
          <p:cNvSpPr txBox="1"/>
          <p:nvPr/>
        </p:nvSpPr>
        <p:spPr>
          <a:xfrm>
            <a:off x="640078" y="1300000"/>
            <a:ext cx="10908000" cy="4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-"/>
            </a:pPr>
            <a:r>
              <a:rPr lang="en-US" altLang="ko-KR" sz="1900" b="1" dirty="0"/>
              <a:t>Paper</a:t>
            </a:r>
            <a:r>
              <a:rPr lang="en-US" altLang="ko-KR" sz="1900" dirty="0"/>
              <a:t>: Srivatsan20 / Jiang24 / </a:t>
            </a:r>
            <a:r>
              <a:rPr lang="en-US" altLang="ko-KR" sz="1900" b="1" dirty="0"/>
              <a:t>Norman19</a:t>
            </a:r>
            <a:r>
              <a:rPr lang="en-US" altLang="ko-KR" sz="1900" dirty="0">
                <a:solidFill>
                  <a:srgbClr val="595959"/>
                </a:solidFill>
              </a:rPr>
              <a:t>  (three datasets)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900" b="1" dirty="0"/>
              <a:t>This work</a:t>
            </a:r>
            <a:r>
              <a:rPr lang="en-US" altLang="ko-KR" sz="1900" dirty="0"/>
              <a:t>: </a:t>
            </a:r>
            <a:r>
              <a:rPr lang="en-US" altLang="ko-KR" sz="1900" b="1" dirty="0">
                <a:solidFill>
                  <a:srgbClr val="CB6015"/>
                </a:solidFill>
              </a:rPr>
              <a:t>Norman19</a:t>
            </a:r>
            <a:r>
              <a:rPr lang="en-US" altLang="ko-KR" sz="1900" dirty="0"/>
              <a:t>  — one of the paper's own three datasets</a:t>
            </a:r>
          </a:p>
          <a:p>
            <a:pPr marL="628650" lvl="0" indent="0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altLang="ko-KR" sz="1700" i="1" dirty="0">
                <a:solidFill>
                  <a:srgbClr val="595959"/>
                </a:solidFill>
              </a:rPr>
              <a:t>→ a reproduction on a shared benchmark (not the earlier "different datasets" framing)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800" b="1" dirty="0"/>
              <a:t>Norman19</a:t>
            </a:r>
            <a:r>
              <a:rPr lang="en-US" altLang="ko-KR" sz="1800" dirty="0"/>
              <a:t> (Norman et al., 2019, </a:t>
            </a:r>
            <a:r>
              <a:rPr lang="en-US" altLang="ko-KR" sz="1800" i="1" dirty="0"/>
              <a:t>Science</a:t>
            </a:r>
            <a:r>
              <a:rPr lang="en-US" altLang="ko-KR" sz="1800" dirty="0"/>
              <a:t>)</a:t>
            </a:r>
          </a:p>
          <a:p>
            <a:pPr marL="6858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700" dirty="0"/>
              <a:t>Perturb-seq — CRISPRa (gene activation) in K562 cells</a:t>
            </a:r>
          </a:p>
          <a:p>
            <a:pPr marL="6858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700" dirty="0"/>
              <a:t>~105 single + ~131 two-gene (combinatorial) perturbations</a:t>
            </a:r>
          </a:p>
          <a:p>
            <a:pPr marL="6858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700" dirty="0"/>
              <a:t>double perturbations test generalization to </a:t>
            </a:r>
            <a:r>
              <a:rPr lang="en-US" altLang="ko-KR" sz="1700" b="1" dirty="0"/>
              <a:t>unseen combinations</a:t>
            </a:r>
          </a:p>
          <a:p>
            <a:pPr marL="6858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700" dirty="0"/>
              <a:t>perturbench's standard norman19 recipe &amp; split used as-is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scope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6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Model input — genes in, expression out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left"/>
          <p:cNvSpPr txBox="1"/>
          <p:nvPr/>
        </p:nvSpPr>
        <p:spPr>
          <a:xfrm>
            <a:off x="640078" y="1300000"/>
            <a:ext cx="518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How many genes &amp; how extracted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raw count matrix → perturbench datamodule selects </a:t>
            </a:r>
            <a:r>
              <a:rPr lang="en-US" altLang="ko-KR" sz="1600" b="1" dirty="0"/>
              <a:t>HVG</a:t>
            </a:r>
            <a:r>
              <a:rPr lang="en-US" altLang="ko-KR" sz="1600" dirty="0"/>
              <a:t> (highly variable genes)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not all ~58k genes — only the HVG subset; 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6050000" y="1300000"/>
            <a:ext cx="55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No PCA — direct expression space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the HVG values go </a:t>
            </a:r>
            <a:r>
              <a:rPr lang="en-US" altLang="ko-KR" sz="1600" b="1" dirty="0"/>
              <a:t>straight into the model</a:t>
            </a:r>
            <a:r>
              <a:rPr lang="en-US" altLang="ko-KR" sz="1600" dirty="0"/>
              <a:t> — no PCA / autoencoder</a:t>
            </a:r>
          </a:p>
          <a:p>
            <a:pPr marL="6858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MLP: [expr n_genes ‖ cond ‖ time-emb] → n_genes</a:t>
            </a:r>
          </a:p>
          <a:p>
            <a:pPr marL="6858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U-Net: Conv1d over the gene axis → n_genes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output is the same n_genes expression vector (no reduction)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500" dirty="0">
                <a:solidFill>
                  <a:srgbClr val="595959"/>
                </a:solidFill>
              </a:rPr>
              <a:t>contrast: Latent / Linear-additive act in a latent space; </a:t>
            </a:r>
            <a:r>
              <a:rPr lang="en-US" altLang="ko-KR" sz="1500" b="1" dirty="0">
                <a:solidFill>
                  <a:srgbClr val="595959"/>
                </a:solidFill>
              </a:rPr>
              <a:t>PrimeFlow works in gene space directly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process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7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Code overview — the whole picture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over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000" y="1300000"/>
            <a:ext cx="7444000" cy="5050000"/>
          </a:xfrm>
          <a:prstGeom prst="rect">
            <a:avLst/>
          </a:prstGeom>
        </p:spPr>
      </p:pic>
      <p:sp>
        <p:nvSpPr>
          <p:cNvPr id="21" name="cap"/>
          <p:cNvSpPr txBox="1"/>
          <p:nvPr/>
        </p:nvSpPr>
        <p:spPr>
          <a:xfrm>
            <a:off x="700000" y="6360000"/>
            <a:ext cx="10800000" cy="380000"/>
          </a:xfrm>
          <a:prstGeom prst="rect">
            <a:avLst/>
          </a:prstGeom>
          <a:noFill/>
        </p:spPr>
        <p:txBody>
          <a:bodyPr wrap="square"/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altLang="ko-KR" sz="1100" dirty="0">
                <a:solidFill>
                  <a:srgbClr val="595959"/>
                </a:solidFill>
              </a:rPr>
              <a:t>primeflow.py = model · training · inference    ·    Unet1d.py = velocity field (GeneUNet1D)    ·    training &amp; inference share v_θ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process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8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Training — get_flow_loss → L_CFM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t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0" y="1330000"/>
            <a:ext cx="4368000" cy="5050000"/>
          </a:xfrm>
          <a:prstGeom prst="rect">
            <a:avLst/>
          </a:prstGeom>
        </p:spPr>
      </p:pic>
      <p:sp>
        <p:nvSpPr>
          <p:cNvPr id="21" name="tb"/>
          <p:cNvSpPr txBox="1"/>
          <p:nvPr/>
        </p:nvSpPr>
        <p:spPr>
          <a:xfrm>
            <a:off x="5250000" y="1750000"/>
            <a:ext cx="65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400050" lvl="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x0 starts from noise N(0, I)  (paper's way)</a:t>
            </a:r>
          </a:p>
          <a:p>
            <a:pPr marL="400050" lvl="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straight path   x_t = (1−t)·x0 + t·x1</a:t>
            </a:r>
          </a:p>
          <a:p>
            <a:pPr marL="400050" lvl="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target = x1 − x0  →  constant, independent of t</a:t>
            </a:r>
          </a:p>
          <a:p>
            <a:pPr marL="400050" lvl="0" indent="-34290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1F3864"/>
                </a:solidFill>
              </a:rPr>
              <a:t>L = MSE(v_hat, target) = L_CFM</a:t>
            </a:r>
          </a:p>
          <a:p>
            <a:pPr marL="4000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CB6015"/>
                </a:solidFill>
              </a:rPr>
              <a:t>condition drop with p_uncond=0.1 → learns CFG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Background — Classifier-Free Guidance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9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CFG: from diffusion to flow matching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body"/>
          <p:cNvSpPr txBox="1"/>
          <p:nvPr/>
        </p:nvSpPr>
        <p:spPr>
          <a:xfrm>
            <a:off x="640078" y="1300000"/>
            <a:ext cx="10908000" cy="4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-"/>
            </a:pPr>
            <a:r>
              <a:rPr lang="en-US" altLang="ko-KR" sz="1800" dirty="0"/>
              <a:t>CFG originated in </a:t>
            </a:r>
            <a:r>
              <a:rPr lang="en-US" altLang="ko-KR" sz="1800" b="1" dirty="0"/>
              <a:t>diffusion models</a:t>
            </a:r>
            <a:r>
              <a:rPr lang="en-US" altLang="ko-KR" sz="1800" dirty="0">
                <a:solidFill>
                  <a:srgbClr val="595959"/>
                </a:solidFill>
              </a:rPr>
              <a:t>  (Ho &amp; Salimans, 2022)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None/>
            </a:pPr>
            <a:r>
              <a:rPr lang="en-US" altLang="ko-KR" sz="1700" b="1" dirty="0">
                <a:solidFill>
                  <a:srgbClr val="1F3864"/>
                </a:solidFill>
              </a:rPr>
              <a:t>In diffusion</a:t>
            </a:r>
          </a:p>
          <a:p>
            <a:pPr marL="6858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train: with prob. </a:t>
            </a:r>
            <a:r>
              <a:rPr lang="en-US" altLang="ko-KR" sz="1600" b="1" dirty="0"/>
              <a:t>p_uncond</a:t>
            </a:r>
            <a:r>
              <a:rPr lang="en-US" altLang="ko-KR" sz="1600" dirty="0"/>
              <a:t> drop the condition (null) → one model learns both conditional &amp; unconditional score</a:t>
            </a:r>
          </a:p>
          <a:p>
            <a:pPr marL="6858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sample: mix the two —  </a:t>
            </a:r>
            <a:r>
              <a:rPr lang="en-US" altLang="ko-KR" sz="1600" b="1" dirty="0">
                <a:solidFill>
                  <a:srgbClr val="CB6015"/>
                </a:solidFill>
              </a:rPr>
              <a:t>ε̃ = ε_uncond + w·(ε_cond − ε_uncond)</a:t>
            </a:r>
          </a:p>
          <a:p>
            <a:pPr marL="685800" lvl="0" indent="-34290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w &gt; 1 → more faithful to the condition (fidelity ↑ / diversity ↓); no separate classifier = </a:t>
            </a:r>
            <a:r>
              <a:rPr lang="en-US" altLang="ko-KR" sz="1500" i="1" dirty="0"/>
              <a:t>"classifier-free"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None/>
            </a:pPr>
            <a:r>
              <a:rPr lang="en-US" altLang="ko-KR" sz="1700" b="1" dirty="0">
                <a:solidFill>
                  <a:srgbClr val="1F3864"/>
                </a:solidFill>
              </a:rPr>
              <a:t>In PrimeFlow (flow matching)</a:t>
            </a:r>
            <a:r>
              <a:rPr lang="en-US" altLang="ko-KR" sz="1600" dirty="0"/>
              <a:t>  — same idea on the velocity field v</a:t>
            </a:r>
          </a:p>
          <a:p>
            <a:pPr marL="6858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train: </a:t>
            </a:r>
            <a:r>
              <a:rPr lang="en-US" altLang="ko-KR" sz="1600" b="1" dirty="0"/>
              <a:t>p_uncond = 0.1</a:t>
            </a:r>
            <a:r>
              <a:rPr lang="en-US" altLang="ko-KR" sz="1600" dirty="0"/>
              <a:t> condition drop in get_flow_loss</a:t>
            </a:r>
          </a:p>
          <a:p>
            <a:pPr marL="6858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infer: </a:t>
            </a:r>
            <a:r>
              <a:rPr lang="en-US" altLang="ko-KR" sz="1600" b="1" dirty="0">
                <a:solidFill>
                  <a:srgbClr val="CB6015"/>
                </a:solidFill>
              </a:rPr>
              <a:t>v = v_uncond + w·(v_cond − v_uncond)</a:t>
            </a:r>
            <a:r>
              <a:rPr lang="en-US" altLang="ko-KR" sz="1600" dirty="0"/>
              <a:t>  (w = cfg_weight)</a:t>
            </a:r>
          </a:p>
          <a:p>
            <a:pPr marL="6858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595959"/>
                </a:solidFill>
              </a:rPr>
              <a:t>w is inference-only → sweep it without retraining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process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10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Inference — predict → integrate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inf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0" y="1330000"/>
            <a:ext cx="4368000" cy="5050000"/>
          </a:xfrm>
          <a:prstGeom prst="rect">
            <a:avLst/>
          </a:prstGeom>
        </p:spPr>
      </p:pic>
      <p:sp>
        <p:nvSpPr>
          <p:cNvPr id="21" name="ib"/>
          <p:cNvSpPr txBox="1"/>
          <p:nvPr/>
        </p:nvSpPr>
        <p:spPr>
          <a:xfrm>
            <a:off x="5250000" y="1750000"/>
            <a:ext cx="65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400050" lvl="0" indent="-34290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Euler integration for 100 steps from noise x0</a:t>
            </a:r>
          </a:p>
          <a:p>
            <a:pPr marL="400050" lvl="0" indent="-34290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ko-KR" sz="1550" b="1" dirty="0">
                <a:solidFill>
                  <a:srgbClr val="1F3864"/>
                </a:solidFill>
              </a:rPr>
              <a:t>CFG:  v = v_uncond + w·(v_cond − v_uncond)</a:t>
            </a:r>
          </a:p>
          <a:p>
            <a:pPr marL="40005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600" dirty="0"/>
              <a:t>eval: up to 20k cells → run in chunks of 512</a:t>
            </a:r>
          </a:p>
          <a:p>
            <a:pPr marL="685800" lv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ko-KR" sz="1500" b="1" dirty="0">
                <a:solidFill>
                  <a:srgbClr val="CB6015"/>
                </a:solidFill>
              </a:rPr>
              <a:t>→ fixes mid-attention OOM</a:t>
            </a:r>
          </a:p>
          <a:p>
            <a:pPr marL="4000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clip [0,12] · nan/inf→0  →  predicted expression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Implementation process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11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Velocity field v_θ — MLP / GeneUNet1D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vf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000" y="1250000"/>
            <a:ext cx="8200000" cy="4382000"/>
          </a:xfrm>
          <a:prstGeom prst="rect">
            <a:avLst/>
          </a:prstGeom>
        </p:spPr>
      </p:pic>
      <p:sp>
        <p:nvSpPr>
          <p:cNvPr id="21" name="vb"/>
          <p:cNvSpPr txBox="1"/>
          <p:nvPr/>
        </p:nvSpPr>
        <p:spPr>
          <a:xfrm>
            <a:off x="760000" y="5760000"/>
            <a:ext cx="10700000" cy="950000"/>
          </a:xfrm>
          <a:prstGeom prst="rect">
            <a:avLst/>
          </a:prstGeom>
          <a:noFill/>
        </p:spPr>
        <p:txBody>
          <a:bodyPr wrap="square"/>
          <a:lstStyle/>
          <a:p>
            <a:pPr marL="400050" lvl="0" indent="-34290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550" dirty="0"/>
              <a:t>v_θ called by both training &amp; inference  (architecture = mlp | unet, same interface)</a:t>
            </a:r>
          </a:p>
          <a:p>
            <a:pPr marL="4000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50" b="1" dirty="0">
                <a:solidFill>
                  <a:srgbClr val="2E7D32"/>
                </a:solidFill>
              </a:rPr>
              <a:t>gene embedding channel + FiLM(time+cond) conditioning  →  the key to the 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Evaluation metrics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12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10 metrics → 6 groups → one overall score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left"/>
          <p:cNvSpPr txBox="1"/>
          <p:nvPr/>
        </p:nvSpPr>
        <p:spPr>
          <a:xfrm>
            <a:off x="640078" y="1300000"/>
            <a:ext cx="518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50"/>
              </a:spcAft>
              <a:buNone/>
            </a:pPr>
            <a:r>
              <a:rPr lang="en-US" altLang="ko-KR" sz="1700" b="1" dirty="0">
                <a:solidFill>
                  <a:srgbClr val="1F3864"/>
                </a:solidFill>
              </a:rPr>
              <a:t>10 metrics grouped into 6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RMSE</a:t>
            </a:r>
            <a:r>
              <a:rPr lang="en-US" altLang="ko-KR" sz="1550" dirty="0"/>
              <a:t> (raw/rank) ↓ — mean expression error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cos PCA</a:t>
            </a:r>
            <a:r>
              <a:rPr lang="en-US" altLang="ko-KR" sz="1550" dirty="0"/>
              <a:t> (raw/rank) — direction in PCA space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cos logFC</a:t>
            </a:r>
            <a:r>
              <a:rPr lang="en-US" altLang="ko-KR" sz="1550" dirty="0"/>
              <a:t> (raw/rank) — fold-change vs control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R²</a:t>
            </a:r>
            <a:r>
              <a:rPr lang="en-US" altLang="ko-KR" sz="1550" dirty="0"/>
              <a:t> ↑ — variance explained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top-k recall</a:t>
            </a:r>
            <a:r>
              <a:rPr lang="en-US" altLang="ko-KR" sz="1550" dirty="0"/>
              <a:t> ↑ — top DEG (diff-expr genes) recovered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550" b="1" dirty="0"/>
              <a:t>MMD PCA</a:t>
            </a:r>
            <a:r>
              <a:rPr lang="en-US" altLang="ko-KR" sz="1550" dirty="0"/>
              <a:t> (raw/rank) ↓ — </a:t>
            </a:r>
            <a:r>
              <a:rPr lang="en-US" altLang="ko-KR" sz="1550" b="1" dirty="0">
                <a:solidFill>
                  <a:srgbClr val="CB6015"/>
                </a:solidFill>
              </a:rPr>
              <a:t>distribution distance</a:t>
            </a:r>
          </a:p>
        </p:txBody>
      </p:sp>
      <p:sp>
        <p:nvSpPr>
          <p:cNvPr id="5" name="right"/>
          <p:cNvSpPr txBox="1"/>
          <p:nvPr/>
        </p:nvSpPr>
        <p:spPr>
          <a:xfrm>
            <a:off x="6050000" y="1300000"/>
            <a:ext cx="55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50"/>
              </a:spcAft>
              <a:buNone/>
            </a:pPr>
            <a:r>
              <a:rPr lang="en-US" altLang="ko-KR" sz="1700" b="1" dirty="0">
                <a:solidFill>
                  <a:srgbClr val="1F3864"/>
                </a:solidFill>
              </a:rPr>
              <a:t>Turning them into one score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550" dirty="0"/>
              <a:t>scale: unbounded metrics use </a:t>
            </a:r>
            <a:r>
              <a:rPr lang="en-US" altLang="ko-KR" sz="1550" b="1" dirty="0"/>
              <a:t>robust (median/MAD)</a:t>
            </a:r>
            <a:r>
              <a:rPr lang="en-US" altLang="ko-KR" sz="1550" dirty="0"/>
              <a:t> scaling → one outlier can't dominate the scale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550" dirty="0"/>
              <a:t>direction: lower-is-better (↓) metrics are flipped so </a:t>
            </a:r>
            <a:r>
              <a:rPr lang="en-US" altLang="ko-KR" sz="1550" b="1" dirty="0"/>
              <a:t>higher = better</a:t>
            </a:r>
            <a:r>
              <a:rPr lang="en-US" altLang="ko-KR" sz="1550" dirty="0"/>
              <a:t> everywhere</a:t>
            </a:r>
          </a:p>
          <a:p>
            <a:pPr marL="342900" lvl="0" indent="-342900">
              <a:lnSpc>
                <a:spcPct val="150000"/>
              </a:lnSpc>
              <a:spcAft>
                <a:spcPts val="150"/>
              </a:spcAft>
              <a:buFont typeface="Arial" panose="020B0604020202020204" pitchFamily="34" charset="0"/>
              <a:buChar char="-"/>
            </a:pPr>
            <a:r>
              <a:rPr lang="en-US" altLang="ko-KR" sz="1550" dirty="0"/>
              <a:t>overall = </a:t>
            </a:r>
            <a:r>
              <a:rPr lang="en-US" altLang="ko-KR" sz="1550" b="1" dirty="0">
                <a:solidFill>
                  <a:srgbClr val="CB6015"/>
                </a:solidFill>
              </a:rPr>
              <a:t>mean of the 6 group-means</a:t>
            </a:r>
          </a:p>
          <a:p>
            <a:pPr marL="628650" lvl="0" indent="0">
              <a:lnSpc>
                <a:spcPct val="150000"/>
              </a:lnSpc>
              <a:buNone/>
            </a:pPr>
            <a:r>
              <a:rPr lang="en-US" altLang="ko-KR" sz="1450" i="1" dirty="0">
                <a:solidFill>
                  <a:srgbClr val="595959"/>
                </a:solidFill>
              </a:rPr>
              <a:t>(so raw/rank pairs aren't triple-counted, and single metrics R² / top-k count equally)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13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Per-model performance profile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rad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" y="1150000"/>
            <a:ext cx="3910000" cy="5424000"/>
          </a:xfrm>
          <a:prstGeom prst="rect">
            <a:avLst/>
          </a:prstGeom>
        </p:spPr>
      </p:pic>
      <p:sp>
        <p:nvSpPr>
          <p:cNvPr id="3" name="take"/>
          <p:cNvSpPr txBox="1"/>
          <p:nvPr/>
        </p:nvSpPr>
        <p:spPr>
          <a:xfrm>
            <a:off x="4590475" y="1231727"/>
            <a:ext cx="705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2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Decoder_only</a:t>
            </a:r>
            <a:r>
              <a:rPr lang="en-US" altLang="ko-KR" sz="1550" dirty="0"/>
              <a:t> best 0.535; CPA 0.508; Latent_additive 0.498</a:t>
            </a:r>
          </a:p>
          <a:p>
            <a:pPr marL="342900" lvl="0" indent="-342900">
              <a:lnSpc>
                <a:spcPct val="150000"/>
              </a:lnSpc>
              <a:spcAft>
                <a:spcPts val="22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>
                <a:solidFill>
                  <a:srgbClr val="CB6015"/>
                </a:solidFill>
              </a:rPr>
              <a:t>PRiMeFlow(U-Net+gemb, CFG=1.0)</a:t>
            </a:r>
            <a:r>
              <a:rPr lang="en-US" altLang="ko-KR" sz="1550" dirty="0"/>
              <a:t> 4th, 0.488 — spiky: strong on MMD / R² / top-k</a:t>
            </a:r>
          </a:p>
          <a:p>
            <a:pPr marL="342900" lvl="0" indent="-342900">
              <a:lnSpc>
                <a:spcPct val="150000"/>
              </a:lnSpc>
              <a:spcAft>
                <a:spcPts val="22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/>
              <a:t>CFG sweep 1→3→5</a:t>
            </a:r>
            <a:r>
              <a:rPr lang="en-US" altLang="ko-KR" sz="1550" dirty="0"/>
              <a:t>: spikier top-k but weaker overall (next slide)</a:t>
            </a:r>
          </a:p>
          <a:p>
            <a:pPr marL="342900" lvl="0" indent="-342900">
              <a:lnSpc>
                <a:spcPct val="150000"/>
              </a:lnSpc>
              <a:spcAft>
                <a:spcPts val="220"/>
              </a:spcAft>
              <a:buFont typeface="Arial" panose="020B0604020202020204" pitchFamily="34" charset="0"/>
              <a:buChar char="-"/>
            </a:pPr>
            <a:r>
              <a:rPr lang="en-US" altLang="ko-KR" sz="1550" b="1" dirty="0">
                <a:solidFill>
                  <a:srgbClr val="C00000"/>
                </a:solidFill>
              </a:rPr>
              <a:t>PRiMeFlow(U-Net, no gemb)</a:t>
            </a:r>
            <a:r>
              <a:rPr lang="en-US" altLang="ko-KR" sz="1550" dirty="0"/>
              <a:t> last, 0.160 — gene embedding decisive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400" i="1" dirty="0">
                <a:solidFill>
                  <a:srgbClr val="595959"/>
                </a:solidFill>
              </a:rPr>
              <a:t>dashed grey = per-metric best; wider = better</a:t>
            </a:r>
          </a:p>
        </p:txBody>
      </p:sp>
      <p:pic>
        <p:nvPicPr>
          <p:cNvPr id="6" name="radar">
            <a:extLst>
              <a:ext uri="{FF2B5EF4-FFF2-40B4-BE49-F238E27FC236}">
                <a16:creationId xmlns:a16="http://schemas.microsoft.com/office/drawing/2014/main" id="{E50F92C3-9824-864A-274D-B0AE160D0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846" r="69877" b="46920"/>
          <a:stretch>
            <a:fillRect/>
          </a:stretch>
        </p:blipFill>
        <p:spPr>
          <a:xfrm>
            <a:off x="4975249" y="3845691"/>
            <a:ext cx="2444725" cy="2728309"/>
          </a:xfrm>
          <a:prstGeom prst="rect">
            <a:avLst/>
          </a:prstGeom>
        </p:spPr>
      </p:pic>
      <p:pic>
        <p:nvPicPr>
          <p:cNvPr id="12" name="radar">
            <a:extLst>
              <a:ext uri="{FF2B5EF4-FFF2-40B4-BE49-F238E27FC236}">
                <a16:creationId xmlns:a16="http://schemas.microsoft.com/office/drawing/2014/main" id="{8987AF5B-2FD3-440A-B801-AA8F1441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085" r="69633"/>
          <a:stretch>
            <a:fillRect/>
          </a:stretch>
        </p:blipFill>
        <p:spPr>
          <a:xfrm>
            <a:off x="7795223" y="3867051"/>
            <a:ext cx="2329852" cy="2706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14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PRiMeFlow (gemb) tops the distribution-level metrics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intro"/>
          <p:cNvSpPr txBox="1"/>
          <p:nvPr/>
        </p:nvSpPr>
        <p:spPr>
          <a:xfrm>
            <a:off x="640078" y="1300000"/>
            <a:ext cx="109080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buNone/>
            </a:pPr>
            <a:r>
              <a:rPr lang="en-US" altLang="ko-KR" sz="1650" dirty="0"/>
              <a:t>PRiMeFlow (U-Net + gene embedding) — the family </a:t>
            </a:r>
            <a:r>
              <a:rPr lang="en-US" altLang="ko-KR" sz="1650" b="1" dirty="0"/>
              <a:t>tops all 3 distribution-level metrics</a:t>
            </a:r>
            <a:r>
              <a:rPr lang="en-US" altLang="ko-KR" sz="1650" dirty="0"/>
              <a:t> among 10 models:</a:t>
            </a:r>
          </a:p>
        </p:txBody>
      </p:sp>
      <p:sp>
        <p:nvSpPr>
          <p:cNvPr id="30" name="card30"/>
          <p:cNvSpPr/>
          <p:nvPr/>
        </p:nvSpPr>
        <p:spPr>
          <a:xfrm>
            <a:off x="640078" y="2350000"/>
            <a:ext cx="3402666" cy="2050000"/>
          </a:xfrm>
          <a:prstGeom prst="roundRect">
            <a:avLst>
              <a:gd name="adj" fmla="val 6000"/>
            </a:avLst>
          </a:prstGeom>
          <a:solidFill>
            <a:srgbClr val="FCE9DD"/>
          </a:solidFill>
          <a:ln w="12700">
            <a:solidFill>
              <a:srgbClr val="CB6015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31" name="n0.867"/>
          <p:cNvSpPr txBox="1"/>
          <p:nvPr/>
        </p:nvSpPr>
        <p:spPr>
          <a:xfrm>
            <a:off x="640078" y="2580000"/>
            <a:ext cx="3402666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5400" b="1" dirty="0">
                <a:solidFill>
                  <a:srgbClr val="CB6015"/>
                </a:solidFill>
              </a:rPr>
              <a:t>0.867</a:t>
            </a:r>
          </a:p>
        </p:txBody>
      </p:sp>
      <p:sp>
        <p:nvSpPr>
          <p:cNvPr id="32" name="l0.867"/>
          <p:cNvSpPr txBox="1"/>
          <p:nvPr/>
        </p:nvSpPr>
        <p:spPr>
          <a:xfrm>
            <a:off x="640078" y="3530000"/>
            <a:ext cx="3402666" cy="85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altLang="ko-KR" sz="1900" b="1" dirty="0">
                <a:solidFill>
                  <a:srgbClr val="1F3864"/>
                </a:solidFill>
              </a:rPr>
              <a:t>MMD PCA  ↓</a:t>
            </a:r>
          </a:p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1250" dirty="0">
                <a:solidFill>
                  <a:srgbClr val="595959"/>
                </a:solidFill>
              </a:rPr>
              <a:t>best · CFG=1.0 (base 1.67–3.22)</a:t>
            </a:r>
          </a:p>
        </p:txBody>
      </p:sp>
      <p:sp>
        <p:nvSpPr>
          <p:cNvPr id="33" name="card33"/>
          <p:cNvSpPr/>
          <p:nvPr/>
        </p:nvSpPr>
        <p:spPr>
          <a:xfrm>
            <a:off x="4392744" y="2350000"/>
            <a:ext cx="3402666" cy="2050000"/>
          </a:xfrm>
          <a:prstGeom prst="roundRect">
            <a:avLst>
              <a:gd name="adj" fmla="val 6000"/>
            </a:avLst>
          </a:prstGeom>
          <a:solidFill>
            <a:srgbClr val="FCE9DD"/>
          </a:solidFill>
          <a:ln w="12700">
            <a:solidFill>
              <a:srgbClr val="CB6015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34" name="n0.22"/>
          <p:cNvSpPr txBox="1"/>
          <p:nvPr/>
        </p:nvSpPr>
        <p:spPr>
          <a:xfrm>
            <a:off x="4392744" y="2580000"/>
            <a:ext cx="3402666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5400" b="1" dirty="0">
                <a:solidFill>
                  <a:srgbClr val="CB6015"/>
                </a:solidFill>
              </a:rPr>
              <a:t>0.22</a:t>
            </a:r>
          </a:p>
        </p:txBody>
      </p:sp>
      <p:sp>
        <p:nvSpPr>
          <p:cNvPr id="35" name="l0.22"/>
          <p:cNvSpPr txBox="1"/>
          <p:nvPr/>
        </p:nvSpPr>
        <p:spPr>
          <a:xfrm>
            <a:off x="4392744" y="3530000"/>
            <a:ext cx="3402666" cy="85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altLang="ko-KR" sz="1900" b="1" dirty="0">
                <a:solidFill>
                  <a:srgbClr val="1F3864"/>
                </a:solidFill>
              </a:rPr>
              <a:t>R²  ↑</a:t>
            </a:r>
          </a:p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1250" dirty="0">
                <a:solidFill>
                  <a:srgbClr val="595959"/>
                </a:solidFill>
              </a:rPr>
              <a:t>best · CFG=1.0</a:t>
            </a:r>
          </a:p>
        </p:txBody>
      </p:sp>
      <p:sp>
        <p:nvSpPr>
          <p:cNvPr id="36" name="card36"/>
          <p:cNvSpPr/>
          <p:nvPr/>
        </p:nvSpPr>
        <p:spPr>
          <a:xfrm>
            <a:off x="8145410" y="2350000"/>
            <a:ext cx="3402666" cy="2050000"/>
          </a:xfrm>
          <a:prstGeom prst="roundRect">
            <a:avLst>
              <a:gd name="adj" fmla="val 6000"/>
            </a:avLst>
          </a:prstGeom>
          <a:solidFill>
            <a:srgbClr val="FCE9DD"/>
          </a:solidFill>
          <a:ln w="12700">
            <a:solidFill>
              <a:srgbClr val="CB6015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37" name="n0.358"/>
          <p:cNvSpPr txBox="1"/>
          <p:nvPr/>
        </p:nvSpPr>
        <p:spPr>
          <a:xfrm>
            <a:off x="8145410" y="2580000"/>
            <a:ext cx="3402666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5400" b="1" dirty="0">
                <a:solidFill>
                  <a:srgbClr val="CB6015"/>
                </a:solidFill>
              </a:rPr>
              <a:t>0.358</a:t>
            </a:r>
          </a:p>
        </p:txBody>
      </p:sp>
      <p:sp>
        <p:nvSpPr>
          <p:cNvPr id="38" name="l0.358"/>
          <p:cNvSpPr txBox="1"/>
          <p:nvPr/>
        </p:nvSpPr>
        <p:spPr>
          <a:xfrm>
            <a:off x="8145410" y="3530000"/>
            <a:ext cx="3402666" cy="85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altLang="ko-KR" sz="1900" b="1" dirty="0">
                <a:solidFill>
                  <a:srgbClr val="1F3864"/>
                </a:solidFill>
              </a:rPr>
              <a:t>top-k recall  ↑</a:t>
            </a:r>
          </a:p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1250" dirty="0">
                <a:solidFill>
                  <a:srgbClr val="595959"/>
                </a:solidFill>
              </a:rPr>
              <a:t>best · CFG=5.0</a:t>
            </a:r>
          </a:p>
        </p:txBody>
      </p:sp>
      <p:sp>
        <p:nvSpPr>
          <p:cNvPr id="60" name="foot"/>
          <p:cNvSpPr txBox="1"/>
          <p:nvPr/>
        </p:nvSpPr>
        <p:spPr>
          <a:xfrm>
            <a:off x="640078" y="4650000"/>
            <a:ext cx="109080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buNone/>
            </a:pPr>
            <a:r>
              <a:rPr lang="en-US" altLang="ko-KR" sz="1600" i="1" dirty="0"/>
              <a:t>→ reproduces the paper's claim (flow matching strong at </a:t>
            </a:r>
            <a:r>
              <a:rPr lang="en-US" altLang="ko-KR" sz="1600" b="1" i="1" dirty="0"/>
              <a:t>distribution-level</a:t>
            </a:r>
            <a:r>
              <a:rPr lang="en-US" altLang="ko-KR" sz="1600" i="1" dirty="0"/>
              <a:t> prediction). Each metric peaks at a different CFG → trade-off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15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Metric heatmap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00" y="1190000"/>
            <a:ext cx="10200000" cy="4650000"/>
          </a:xfrm>
          <a:prstGeom prst="rect">
            <a:avLst/>
          </a:prstGeom>
        </p:spPr>
      </p:pic>
      <p:sp>
        <p:nvSpPr>
          <p:cNvPr id="30" name="note"/>
          <p:cNvSpPr txBox="1"/>
          <p:nvPr/>
        </p:nvSpPr>
        <p:spPr>
          <a:xfrm>
            <a:off x="996000" y="5960000"/>
            <a:ext cx="102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120"/>
              </a:spcAft>
              <a:buNone/>
            </a:pPr>
            <a:r>
              <a:rPr lang="en-US" altLang="ko-KR" sz="1450" dirty="0">
                <a:solidFill>
                  <a:srgbClr val="595959"/>
                </a:solidFill>
              </a:rPr>
              <a:t>rows = models (by overall), cols = metrics, darker = better; right bar = overall (6-group mean).</a:t>
            </a:r>
          </a:p>
          <a:p>
            <a:pPr marL="342900" lvl="0" indent="-342900">
              <a:lnSpc>
                <a:spcPct val="150000"/>
              </a:lnSpc>
              <a:buNone/>
            </a:pPr>
            <a:r>
              <a:rPr lang="en-US" altLang="ko-KR" sz="1450" dirty="0">
                <a:solidFill>
                  <a:srgbClr val="595959"/>
                </a:solidFill>
              </a:rPr>
              <a:t>PRiMeFlow(gemb, CFG=1.0): darkest MMD PCA / R² cells; higher-CFG rows trade MMD away for top-k.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731785-A1F3-4B0B-D153-99D9B40001ED}"/>
              </a:ext>
            </a:extLst>
          </p:cNvPr>
          <p:cNvSpPr/>
          <p:nvPr/>
        </p:nvSpPr>
        <p:spPr>
          <a:xfrm>
            <a:off x="8183880" y="1638300"/>
            <a:ext cx="662940" cy="3764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C4A791-E79F-C0B8-116E-C2087452C71C}"/>
              </a:ext>
            </a:extLst>
          </p:cNvPr>
          <p:cNvSpPr/>
          <p:nvPr/>
        </p:nvSpPr>
        <p:spPr>
          <a:xfrm>
            <a:off x="2833530" y="2757005"/>
            <a:ext cx="666861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4D00B6-A83C-AFF0-037D-C325A1183261}"/>
              </a:ext>
            </a:extLst>
          </p:cNvPr>
          <p:cNvSpPr/>
          <p:nvPr/>
        </p:nvSpPr>
        <p:spPr>
          <a:xfrm>
            <a:off x="6812280" y="1638300"/>
            <a:ext cx="662940" cy="3764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5FCAA0-55DB-ECE7-D293-3C93A592D2B0}"/>
              </a:ext>
            </a:extLst>
          </p:cNvPr>
          <p:cNvSpPr/>
          <p:nvPr/>
        </p:nvSpPr>
        <p:spPr>
          <a:xfrm>
            <a:off x="7498080" y="1638300"/>
            <a:ext cx="662940" cy="3764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8C3076-D57D-9415-446F-E106D6A7C5A4}"/>
              </a:ext>
            </a:extLst>
          </p:cNvPr>
          <p:cNvSpPr/>
          <p:nvPr/>
        </p:nvSpPr>
        <p:spPr>
          <a:xfrm>
            <a:off x="2833530" y="3138005"/>
            <a:ext cx="666861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63EDC1-AA16-70A7-678E-C31DF857EF3F}"/>
              </a:ext>
            </a:extLst>
          </p:cNvPr>
          <p:cNvSpPr/>
          <p:nvPr/>
        </p:nvSpPr>
        <p:spPr>
          <a:xfrm>
            <a:off x="2833530" y="4633430"/>
            <a:ext cx="666861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16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CFG sweep — fidelity vs distribution trade-off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" name="cf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0" y="1560000"/>
            <a:ext cx="6700000" cy="3818000"/>
          </a:xfrm>
          <a:prstGeom prst="rect">
            <a:avLst/>
          </a:prstGeom>
        </p:spPr>
      </p:pic>
      <p:sp>
        <p:nvSpPr>
          <p:cNvPr id="21" name="bl"/>
          <p:cNvSpPr txBox="1"/>
          <p:nvPr/>
        </p:nvSpPr>
        <p:spPr>
          <a:xfrm>
            <a:off x="7320000" y="1430000"/>
            <a:ext cx="4500000" cy="4400000"/>
          </a:xfrm>
          <a:prstGeom prst="rect">
            <a:avLst/>
          </a:prstGeom>
          <a:noFill/>
        </p:spPr>
        <p:txBody>
          <a:bodyPr wrap="square"/>
          <a:lstStyle/>
          <a:p>
            <a:pPr marL="40005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altLang="ko-KR" sz="1550" b="1" dirty="0"/>
              <a:t>CFG weight 1→3→5 controls guidance strength</a:t>
            </a:r>
            <a:r>
              <a:rPr lang="en-US" altLang="ko-KR" sz="1450" dirty="0">
                <a:solidFill>
                  <a:srgbClr val="595959"/>
                </a:solidFill>
              </a:rPr>
              <a:t> (inference only, no retraining)</a:t>
            </a:r>
          </a:p>
          <a:p>
            <a:pPr marL="400050" lvl="0" indent="-34290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CFG↑ → </a:t>
            </a:r>
            <a:r>
              <a:rPr lang="en-US" altLang="ko-KR" sz="1500" b="1" dirty="0">
                <a:solidFill>
                  <a:srgbClr val="1C7293"/>
                </a:solidFill>
              </a:rPr>
              <a:t>top-k recall 0.188 → 0.358</a:t>
            </a:r>
            <a:r>
              <a:rPr lang="en-US" altLang="ko-KR" sz="1500" dirty="0"/>
              <a:t> (better top-DEG recovery)</a:t>
            </a:r>
          </a:p>
          <a:p>
            <a:pPr marL="40005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but </a:t>
            </a:r>
            <a:r>
              <a:rPr lang="en-US" altLang="ko-KR" sz="1500" b="1" dirty="0">
                <a:solidFill>
                  <a:srgbClr val="C00000"/>
                </a:solidFill>
              </a:rPr>
              <a:t>MMD PCA 0.867 → 6.08</a:t>
            </a:r>
            <a:r>
              <a:rPr lang="en-US" altLang="ko-KR" sz="1500" dirty="0"/>
              <a:t>, RMSE also worsens → overall 0.488 → 0.348</a:t>
            </a:r>
          </a:p>
          <a:p>
            <a:pPr marL="400050" lvl="0" indent="-342900">
              <a:lnSpc>
                <a:spcPct val="150000"/>
              </a:lnSpc>
              <a:spcAft>
                <a:spcPts val="350"/>
              </a:spcAft>
              <a:buFont typeface="Arial" panose="020B0604020202020204" pitchFamily="34" charset="0"/>
              <a:buChar char="•"/>
            </a:pPr>
            <a:r>
              <a:rPr lang="en-US" altLang="ko-KR" sz="1500" dirty="0"/>
              <a:t>classic CFG </a:t>
            </a:r>
            <a:r>
              <a:rPr lang="en-US" altLang="ko-KR" sz="1500" b="1" dirty="0"/>
              <a:t>fidelity↑ / diversity↓</a:t>
            </a:r>
            <a:r>
              <a:rPr lang="en-US" altLang="ko-KR" sz="1500" dirty="0"/>
              <a:t> trade-off — guidance exaggerates the condition, saving key DEGs but narrowing the distribution</a:t>
            </a:r>
          </a:p>
          <a:p>
            <a:pPr marL="40005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/>
              <a:t>conclusion: for overall &amp; distribution, </a:t>
            </a:r>
            <a:r>
              <a:rPr lang="en-US" altLang="ko-KR" sz="1500" b="1" dirty="0">
                <a:solidFill>
                  <a:srgbClr val="CB6015"/>
                </a:solidFill>
              </a:rPr>
              <a:t>CFG=1.0</a:t>
            </a:r>
            <a:r>
              <a:rPr lang="en-US" altLang="ko-KR" sz="1500" dirty="0"/>
              <a:t> is best; use high CFG only when you just need top-DEG recovery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Limit and the next step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17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MMD_PCA outlier → solved by a gene embedding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diag"/>
          <p:cNvSpPr txBox="1"/>
          <p:nvPr/>
        </p:nvSpPr>
        <p:spPr>
          <a:xfrm>
            <a:off x="640078" y="1300000"/>
            <a:ext cx="10908000" cy="21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180"/>
              </a:spcAft>
              <a:buFont typeface="Arial" panose="020B0604020202020204" pitchFamily="34" charset="0"/>
              <a:buChar char="-"/>
            </a:pPr>
            <a:r>
              <a:rPr lang="en-US" altLang="ko-KR" sz="1650" dirty="0"/>
              <a:t>Earlier PRiMeFlow collapsed on </a:t>
            </a:r>
            <a:r>
              <a:rPr lang="en-US" altLang="ko-KR" sz="1650" b="1" dirty="0"/>
              <a:t>MMD_PCA</a:t>
            </a:r>
            <a:r>
              <a:rPr lang="en-US" altLang="ko-KR" sz="1650" dirty="0"/>
              <a:t> (predicted distribution far off).</a:t>
            </a:r>
          </a:p>
          <a:p>
            <a:pPr marL="342900" lvl="0" indent="-342900">
              <a:lnSpc>
                <a:spcPct val="150000"/>
              </a:lnSpc>
              <a:spcAft>
                <a:spcPts val="180"/>
              </a:spcAft>
              <a:buFont typeface="Arial" panose="020B0604020202020204" pitchFamily="34" charset="0"/>
              <a:buChar char="-"/>
            </a:pPr>
            <a:r>
              <a:rPr lang="en-US" altLang="ko-KR" sz="1650" b="1" dirty="0"/>
              <a:t>Cause: </a:t>
            </a:r>
            <a:r>
              <a:rPr lang="en-US" altLang="ko-KR" sz="1650" dirty="0"/>
              <a:t>Conv1d shares weights across positions → from noise alone it can't tell </a:t>
            </a:r>
            <a:r>
              <a:rPr lang="en-US" altLang="ko-KR" sz="1650" b="1" dirty="0"/>
              <a:t>which gene</a:t>
            </a:r>
            <a:r>
              <a:rPr lang="en-US" altLang="ko-KR" sz="1650" dirty="0"/>
              <a:t> a position is (pred per-gene mean std 0.13 vs real 0.57).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650" b="1" dirty="0">
                <a:solidFill>
                  <a:srgbClr val="2E7D32"/>
                </a:solidFill>
              </a:rPr>
              <a:t>Fix: </a:t>
            </a:r>
            <a:r>
              <a:rPr lang="en-US" altLang="ko-KR" sz="1650" dirty="0"/>
              <a:t>add a learnable per-gene embedding (gene_emb_dim = 16) as an input channel — </a:t>
            </a:r>
            <a:r>
              <a:rPr lang="en-US" altLang="ko-KR" sz="1650" b="1" dirty="0"/>
              <a:t>the paper's Emb(G) in Eq. 3.</a:t>
            </a:r>
          </a:p>
        </p:txBody>
      </p:sp>
      <p:sp>
        <p:nvSpPr>
          <p:cNvPr id="30" name="card30"/>
          <p:cNvSpPr/>
          <p:nvPr/>
        </p:nvSpPr>
        <p:spPr>
          <a:xfrm>
            <a:off x="640078" y="3550000"/>
            <a:ext cx="5270000" cy="205000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 w="12700">
            <a:solidFill>
              <a:srgbClr val="C00000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31" name="l"/>
          <p:cNvSpPr txBox="1"/>
          <p:nvPr/>
        </p:nvSpPr>
        <p:spPr>
          <a:xfrm>
            <a:off x="640078" y="3730000"/>
            <a:ext cx="5270000" cy="175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750" b="1" dirty="0">
                <a:solidFill>
                  <a:srgbClr val="C00000"/>
                </a:solidFill>
              </a:rPr>
              <a:t>U-Net  (no gene </a:t>
            </a:r>
            <a:r>
              <a:rPr lang="en-US" altLang="ko-KR" sz="1750" b="1" dirty="0" err="1">
                <a:solidFill>
                  <a:srgbClr val="C00000"/>
                </a:solidFill>
              </a:rPr>
              <a:t>emb</a:t>
            </a:r>
            <a:r>
              <a:rPr lang="en-US" altLang="ko-KR" sz="1750" b="1" dirty="0">
                <a:solidFill>
                  <a:srgbClr val="C00000"/>
                </a:solidFill>
              </a:rPr>
              <a:t>)</a:t>
            </a:r>
          </a:p>
          <a:p>
            <a:pPr marL="342900" lvl="0" indent="-342900" algn="ctr">
              <a:lnSpc>
                <a:spcPct val="100000"/>
              </a:lnSpc>
              <a:spcAft>
                <a:spcPts val="300"/>
              </a:spcAft>
              <a:buNone/>
            </a:pPr>
            <a:endParaRPr lang="en-US" altLang="ko-KR" sz="1750" b="1" dirty="0">
              <a:solidFill>
                <a:srgbClr val="C00000"/>
              </a:solidFill>
            </a:endParaRPr>
          </a:p>
          <a:p>
            <a:pPr marL="342900" lvl="0" indent="-34290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altLang="ko-KR" sz="2000" b="1" dirty="0"/>
              <a:t>MMD PCA   14.8</a:t>
            </a:r>
          </a:p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2000" b="1" dirty="0"/>
              <a:t>overall     0.160</a:t>
            </a:r>
          </a:p>
        </p:txBody>
      </p:sp>
      <p:sp>
        <p:nvSpPr>
          <p:cNvPr id="32" name="card32"/>
          <p:cNvSpPr/>
          <p:nvPr/>
        </p:nvSpPr>
        <p:spPr>
          <a:xfrm>
            <a:off x="6278078" y="3550000"/>
            <a:ext cx="5270000" cy="2050000"/>
          </a:xfrm>
          <a:prstGeom prst="roundRect">
            <a:avLst>
              <a:gd name="adj" fmla="val 6000"/>
            </a:avLst>
          </a:prstGeom>
          <a:solidFill>
            <a:srgbClr val="E2F0E2"/>
          </a:solidFill>
          <a:ln w="12700">
            <a:solidFill>
              <a:srgbClr val="2E7D32"/>
            </a:solidFill>
          </a:ln>
        </p:spPr>
        <p:txBody>
          <a:bodyPr rtlCol="0"/>
          <a:lstStyle/>
          <a:p>
            <a:endParaRPr lang="en-US"/>
          </a:p>
        </p:txBody>
      </p:sp>
      <p:sp>
        <p:nvSpPr>
          <p:cNvPr id="33" name="r"/>
          <p:cNvSpPr txBox="1"/>
          <p:nvPr/>
        </p:nvSpPr>
        <p:spPr>
          <a:xfrm>
            <a:off x="6278078" y="3730000"/>
            <a:ext cx="5270000" cy="175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750" b="1" dirty="0">
                <a:solidFill>
                  <a:srgbClr val="2E7D32"/>
                </a:solidFill>
              </a:rPr>
              <a:t>U-Net + gene </a:t>
            </a:r>
            <a:r>
              <a:rPr lang="en-US" altLang="ko-KR" sz="1750" b="1" dirty="0" err="1">
                <a:solidFill>
                  <a:srgbClr val="2E7D32"/>
                </a:solidFill>
              </a:rPr>
              <a:t>emb</a:t>
            </a:r>
            <a:endParaRPr lang="en-US" altLang="ko-KR" sz="1750" b="1" dirty="0">
              <a:solidFill>
                <a:srgbClr val="2E7D32"/>
              </a:solidFill>
            </a:endParaRPr>
          </a:p>
          <a:p>
            <a:pPr marL="342900" lvl="0" indent="-342900" algn="ctr">
              <a:lnSpc>
                <a:spcPct val="100000"/>
              </a:lnSpc>
              <a:spcAft>
                <a:spcPts val="300"/>
              </a:spcAft>
              <a:buNone/>
            </a:pPr>
            <a:endParaRPr lang="en-US" altLang="ko-KR" sz="1750" b="1" dirty="0">
              <a:solidFill>
                <a:srgbClr val="2E7D32"/>
              </a:solidFill>
            </a:endParaRPr>
          </a:p>
          <a:p>
            <a:pPr marL="342900" lvl="0" indent="-34290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altLang="ko-KR" sz="2000" b="1" dirty="0"/>
              <a:t>MMD PCA   0.867</a:t>
            </a:r>
          </a:p>
          <a:p>
            <a:pPr marL="342900" lvl="0" indent="-342900" algn="ctr">
              <a:lnSpc>
                <a:spcPct val="100000"/>
              </a:lnSpc>
              <a:buNone/>
            </a:pPr>
            <a:r>
              <a:rPr lang="en-US" altLang="ko-KR" sz="2000" b="1" dirty="0"/>
              <a:t>overall     0.488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C2C9-1DA6-7FDA-3D90-E11FDF05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70B69193-01E4-A350-1B1A-A4331616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ko-KR" altLang="ko-KR" dirty="0" err="1"/>
              <a:t>Limit</a:t>
            </a:r>
            <a:r>
              <a:rPr lang="ko-KR" altLang="ko-KR" dirty="0"/>
              <a:t> and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next</a:t>
            </a:r>
            <a:r>
              <a:rPr lang="ko-KR" altLang="ko-KR" dirty="0"/>
              <a:t> </a:t>
            </a:r>
            <a:r>
              <a:rPr lang="ko-KR" altLang="ko-KR" dirty="0" err="1"/>
              <a:t>step</a:t>
            </a:r>
            <a:endParaRPr lang="ko-KR" altLang="en-US" dirty="0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8E14A91-F356-6E24-FA16-7B6C22D3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pPr lvl="0">
                <a:spcAft>
                  <a:spcPts val="600"/>
                </a:spcAft>
                <a:defRPr/>
              </a:pPr>
              <a:t>18</a:t>
            </a:fld>
            <a:endParaRPr lang="en-US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01CC8F9-A482-EA36-D59B-A357050E9B46}"/>
              </a:ext>
            </a:extLst>
          </p:cNvPr>
          <p:cNvGrpSpPr/>
          <p:nvPr/>
        </p:nvGrpSpPr>
        <p:grpSpPr>
          <a:xfrm>
            <a:off x="640079" y="682190"/>
            <a:ext cx="11435081" cy="424163"/>
            <a:chOff x="640078" y="623483"/>
            <a:chExt cx="13044315" cy="4241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3CAD1E-F224-4173-59D0-D1DDBE356E2E}"/>
                </a:ext>
              </a:extLst>
            </p:cNvPr>
            <p:cNvSpPr txBox="1"/>
            <p:nvPr/>
          </p:nvSpPr>
          <p:spPr>
            <a:xfrm>
              <a:off x="715781" y="623483"/>
              <a:ext cx="12968612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en-US" altLang="ko-KR" sz="2000" b="1" dirty="0"/>
                <a:t>I</a:t>
              </a:r>
              <a:r>
                <a:rPr lang="ko-KR" altLang="ko-KR" sz="2000" b="1" dirty="0" err="1"/>
                <a:t>ndicator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moves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in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opposite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directions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depending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on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the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source</a:t>
              </a:r>
              <a:r>
                <a:rPr lang="ko-KR" altLang="ko-KR" sz="2000" b="1" dirty="0"/>
                <a:t> (</a:t>
              </a:r>
              <a:r>
                <a:rPr lang="ko-KR" altLang="ko-KR" sz="2000" b="1" dirty="0" err="1"/>
                <a:t>noise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vs</a:t>
              </a:r>
              <a:r>
                <a:rPr lang="ko-KR" altLang="ko-KR" sz="2000" b="1" dirty="0"/>
                <a:t>. </a:t>
              </a:r>
              <a:r>
                <a:rPr lang="ko-KR" altLang="ko-KR" sz="2000" b="1" dirty="0" err="1"/>
                <a:t>control</a:t>
              </a:r>
              <a:r>
                <a:rPr lang="ko-KR" altLang="ko-KR" sz="2000" b="1" dirty="0"/>
                <a:t>) </a:t>
              </a:r>
              <a:r>
                <a:rPr lang="ko-KR" altLang="ko-KR" sz="2000" b="1" dirty="0" err="1"/>
                <a:t>setting</a:t>
              </a:r>
              <a:endParaRPr kumimoji="1" lang="ko-KR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5E18CF-8201-D60D-33E2-3929E3D2DEDF}"/>
                </a:ext>
              </a:extLst>
            </p:cNvPr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213D7F6-792C-486E-719A-63E448B61CA4}"/>
              </a:ext>
            </a:extLst>
          </p:cNvPr>
          <p:cNvSpPr txBox="1"/>
          <p:nvPr/>
        </p:nvSpPr>
        <p:spPr>
          <a:xfrm>
            <a:off x="640078" y="1997839"/>
            <a:ext cx="11031221" cy="25853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ko-KR" altLang="ko-KR" b="1" dirty="0" err="1"/>
              <a:t>Setup</a:t>
            </a:r>
            <a:r>
              <a:rPr lang="ko-KR" altLang="ko-KR" dirty="0"/>
              <a:t> — </a:t>
            </a:r>
            <a:r>
              <a:rPr lang="ko-KR" altLang="ko-KR" dirty="0" err="1"/>
              <a:t>FlowMatching</a:t>
            </a:r>
            <a:r>
              <a:rPr lang="ko-KR" altLang="ko-KR" dirty="0"/>
              <a:t>-</a:t>
            </a:r>
            <a:r>
              <a:rPr lang="ko-KR" altLang="ko-KR" dirty="0" err="1"/>
              <a:t>U</a:t>
            </a:r>
            <a:r>
              <a:rPr lang="ko-KR" altLang="ko-KR" dirty="0"/>
              <a:t>-Net, </a:t>
            </a:r>
            <a:r>
              <a:rPr lang="ko-KR" altLang="ko-KR" b="1" dirty="0" err="1">
                <a:solidFill>
                  <a:srgbClr val="FF0000"/>
                </a:solidFill>
              </a:rPr>
              <a:t>source</a:t>
            </a:r>
            <a:r>
              <a:rPr lang="ko-KR" altLang="ko-KR" b="1" dirty="0">
                <a:solidFill>
                  <a:srgbClr val="FF0000"/>
                </a:solidFill>
              </a:rPr>
              <a:t>=</a:t>
            </a:r>
            <a:r>
              <a:rPr lang="ko-KR" altLang="ko-KR" b="1" dirty="0" err="1">
                <a:solidFill>
                  <a:srgbClr val="FF0000"/>
                </a:solidFill>
              </a:rPr>
              <a:t>noise</a:t>
            </a:r>
            <a:r>
              <a:rPr lang="ko-KR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/>
              <a:t>vs</a:t>
            </a:r>
            <a:r>
              <a:rPr lang="ko-KR" altLang="ko-KR" b="1" dirty="0"/>
              <a:t> </a:t>
            </a:r>
            <a:r>
              <a:rPr lang="ko-KR" altLang="ko-KR" b="1" dirty="0" err="1">
                <a:solidFill>
                  <a:schemeClr val="accent1"/>
                </a:solidFill>
              </a:rPr>
              <a:t>source</a:t>
            </a:r>
            <a:r>
              <a:rPr lang="ko-KR" altLang="ko-KR" b="1" dirty="0">
                <a:solidFill>
                  <a:schemeClr val="accent1"/>
                </a:solidFill>
              </a:rPr>
              <a:t>=</a:t>
            </a:r>
            <a:r>
              <a:rPr lang="ko-KR" altLang="ko-KR" b="1" dirty="0" err="1">
                <a:solidFill>
                  <a:schemeClr val="accent1"/>
                </a:solidFill>
              </a:rPr>
              <a:t>control</a:t>
            </a:r>
            <a:r>
              <a:rPr lang="ko-KR" altLang="ko-KR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0"/>
            <a:r>
              <a:rPr lang="ko-KR" altLang="ko-KR" i="1" dirty="0"/>
              <a:t>(</a:t>
            </a:r>
            <a:r>
              <a:rPr lang="ko-KR" altLang="ko-KR" i="1" dirty="0" err="1"/>
              <a:t>early</a:t>
            </a:r>
            <a:r>
              <a:rPr lang="ko-KR" altLang="ko-KR" i="1" dirty="0"/>
              <a:t> </a:t>
            </a:r>
            <a:r>
              <a:rPr lang="ko-KR" altLang="ko-KR" i="1" dirty="0" err="1"/>
              <a:t>dev</a:t>
            </a:r>
            <a:r>
              <a:rPr lang="ko-KR" altLang="ko-KR" i="1" dirty="0"/>
              <a:t> </a:t>
            </a:r>
            <a:r>
              <a:rPr lang="ko-KR" altLang="ko-KR" i="1" dirty="0" err="1"/>
              <a:t>logs</a:t>
            </a:r>
            <a:r>
              <a:rPr lang="ko-KR" altLang="ko-KR" i="1" dirty="0"/>
              <a:t>, </a:t>
            </a:r>
            <a:r>
              <a:rPr lang="ko-KR" altLang="ko-KR" i="1" dirty="0" err="1"/>
              <a:t>not</a:t>
            </a:r>
            <a:r>
              <a:rPr lang="ko-KR" altLang="ko-KR" i="1" dirty="0"/>
              <a:t> </a:t>
            </a:r>
            <a:r>
              <a:rPr lang="ko-KR" altLang="ko-KR" i="1" dirty="0" err="1"/>
              <a:t>the</a:t>
            </a:r>
            <a:r>
              <a:rPr lang="ko-KR" altLang="ko-KR" i="1" dirty="0"/>
              <a:t> </a:t>
            </a:r>
            <a:r>
              <a:rPr lang="ko-KR" altLang="ko-KR" i="1" dirty="0" err="1"/>
              <a:t>final</a:t>
            </a:r>
            <a:r>
              <a:rPr lang="ko-KR" altLang="ko-KR" i="1" dirty="0"/>
              <a:t> </a:t>
            </a:r>
            <a:r>
              <a:rPr lang="ko-KR" altLang="ko-KR" i="1" dirty="0" err="1"/>
              <a:t>benchmark</a:t>
            </a:r>
            <a:r>
              <a:rPr lang="ko-KR" altLang="ko-KR" i="1" dirty="0"/>
              <a:t>)</a:t>
            </a:r>
            <a:endParaRPr lang="en-US" altLang="ko-KR" i="1" dirty="0"/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>
                <a:solidFill>
                  <a:srgbClr val="FF0000"/>
                </a:solidFill>
              </a:rPr>
              <a:t>source</a:t>
            </a:r>
            <a:r>
              <a:rPr lang="ko-KR" altLang="ko-KR" b="1" dirty="0">
                <a:solidFill>
                  <a:srgbClr val="FF0000"/>
                </a:solidFill>
              </a:rPr>
              <a:t>=</a:t>
            </a:r>
            <a:r>
              <a:rPr lang="ko-KR" altLang="ko-KR" b="1" dirty="0" err="1">
                <a:solidFill>
                  <a:srgbClr val="FF0000"/>
                </a:solidFill>
              </a:rPr>
              <a:t>noise</a:t>
            </a:r>
            <a:r>
              <a:rPr lang="ko-KR" altLang="ko-KR" dirty="0">
                <a:solidFill>
                  <a:srgbClr val="FF0000"/>
                </a:solidFill>
              </a:rPr>
              <a:t> — RMSE 0.545 / MMD_PCA 16.3</a:t>
            </a:r>
            <a:endParaRPr lang="en-US" altLang="ko-KR" dirty="0">
              <a:solidFill>
                <a:srgbClr val="FF0000"/>
              </a:solidFill>
            </a:endParaRPr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>
                <a:solidFill>
                  <a:srgbClr val="0070C0"/>
                </a:solidFill>
              </a:rPr>
              <a:t>source</a:t>
            </a:r>
            <a:r>
              <a:rPr lang="ko-KR" altLang="ko-KR" b="1" dirty="0">
                <a:solidFill>
                  <a:srgbClr val="0070C0"/>
                </a:solidFill>
              </a:rPr>
              <a:t>=</a:t>
            </a:r>
            <a:r>
              <a:rPr lang="ko-KR" altLang="ko-KR" b="1" dirty="0" err="1">
                <a:solidFill>
                  <a:srgbClr val="0070C0"/>
                </a:solidFill>
              </a:rPr>
              <a:t>control</a:t>
            </a:r>
            <a:r>
              <a:rPr lang="ko-KR" altLang="ko-KR" dirty="0">
                <a:solidFill>
                  <a:srgbClr val="0070C0"/>
                </a:solidFill>
              </a:rPr>
              <a:t> — RMSE </a:t>
            </a:r>
            <a:r>
              <a:rPr lang="ko-KR" altLang="ko-KR" dirty="0" err="1">
                <a:solidFill>
                  <a:srgbClr val="0070C0"/>
                </a:solidFill>
              </a:rPr>
              <a:t>improves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 err="1">
                <a:solidFill>
                  <a:srgbClr val="0070C0"/>
                </a:solidFill>
              </a:rPr>
              <a:t>to</a:t>
            </a:r>
            <a:r>
              <a:rPr lang="ko-KR" altLang="ko-KR" dirty="0">
                <a:solidFill>
                  <a:srgbClr val="0070C0"/>
                </a:solidFill>
              </a:rPr>
              <a:t> 0.112, </a:t>
            </a:r>
            <a:r>
              <a:rPr lang="ko-KR" altLang="ko-KR" dirty="0" err="1">
                <a:solidFill>
                  <a:srgbClr val="0070C0"/>
                </a:solidFill>
              </a:rPr>
              <a:t>but</a:t>
            </a:r>
            <a:r>
              <a:rPr lang="ko-KR" altLang="ko-KR" dirty="0">
                <a:solidFill>
                  <a:srgbClr val="0070C0"/>
                </a:solidFill>
              </a:rPr>
              <a:t> R² </a:t>
            </a:r>
            <a:r>
              <a:rPr lang="ko-KR" altLang="ko-KR" dirty="0" err="1">
                <a:solidFill>
                  <a:srgbClr val="0070C0"/>
                </a:solidFill>
              </a:rPr>
              <a:t>collapses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dirty="0" err="1">
                <a:solidFill>
                  <a:srgbClr val="0070C0"/>
                </a:solidFill>
              </a:rPr>
              <a:t>to</a:t>
            </a:r>
            <a:r>
              <a:rPr lang="ko-KR" altLang="ko-KR" dirty="0">
                <a:solidFill>
                  <a:srgbClr val="0070C0"/>
                </a:solidFill>
              </a:rPr>
              <a:t> </a:t>
            </a:r>
            <a:r>
              <a:rPr lang="ko-KR" altLang="ko-KR" b="1" dirty="0">
                <a:solidFill>
                  <a:srgbClr val="0070C0"/>
                </a:solidFill>
              </a:rPr>
              <a:t>−0.999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/>
            <a:endParaRPr lang="ko-KR" altLang="ko-KR" dirty="0"/>
          </a:p>
          <a:p>
            <a:pPr lvl="0"/>
            <a:r>
              <a:rPr lang="ko-KR" altLang="ko-KR" b="1" dirty="0" err="1"/>
              <a:t>Takeaway</a:t>
            </a:r>
            <a:r>
              <a:rPr lang="ko-KR" altLang="ko-KR" dirty="0"/>
              <a:t> — </a:t>
            </a:r>
            <a:r>
              <a:rPr lang="ko-KR" altLang="ko-KR" dirty="0" err="1"/>
              <a:t>No</a:t>
            </a:r>
            <a:r>
              <a:rPr lang="ko-KR" altLang="ko-KR" dirty="0"/>
              <a:t> </a:t>
            </a:r>
            <a:r>
              <a:rPr lang="ko-KR" altLang="ko-KR" dirty="0" err="1"/>
              <a:t>clear</a:t>
            </a:r>
            <a:r>
              <a:rPr lang="ko-KR" altLang="ko-KR" dirty="0"/>
              <a:t> </a:t>
            </a:r>
            <a:r>
              <a:rPr lang="ko-KR" altLang="ko-KR" dirty="0" err="1"/>
              <a:t>winner</a:t>
            </a:r>
            <a:r>
              <a:rPr lang="ko-KR" altLang="ko-KR" dirty="0"/>
              <a:t>; </a:t>
            </a:r>
            <a:r>
              <a:rPr lang="ko-KR" altLang="ko-KR" dirty="0" err="1"/>
              <a:t>metrics</a:t>
            </a:r>
            <a:r>
              <a:rPr lang="ko-KR" altLang="ko-KR" dirty="0"/>
              <a:t> </a:t>
            </a:r>
            <a:r>
              <a:rPr lang="ko-KR" altLang="ko-KR" dirty="0" err="1"/>
              <a:t>move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opposite</a:t>
            </a:r>
            <a:r>
              <a:rPr lang="ko-KR" altLang="ko-KR" dirty="0"/>
              <a:t> </a:t>
            </a:r>
            <a:r>
              <a:rPr lang="ko-KR" altLang="ko-KR" dirty="0" err="1"/>
              <a:t>directions</a:t>
            </a:r>
            <a:r>
              <a:rPr lang="ko-KR" altLang="ko-KR" dirty="0"/>
              <a:t> — </a:t>
            </a:r>
            <a:r>
              <a:rPr lang="ko-KR" altLang="ko-KR" dirty="0" err="1"/>
              <a:t>still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fully</a:t>
            </a:r>
            <a:r>
              <a:rPr lang="ko-KR" altLang="ko-KR" dirty="0"/>
              <a:t> </a:t>
            </a:r>
            <a:r>
              <a:rPr lang="ko-KR" altLang="ko-KR" dirty="0" err="1"/>
              <a:t>understood</a:t>
            </a:r>
            <a:endParaRPr lang="ko-KR" altLang="ko-KR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354476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640080" y="0"/>
            <a:ext cx="10495280" cy="53276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Limit and the next step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394440" y="167640"/>
            <a:ext cx="680720" cy="365125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  <a:defRPr/>
            </a:pPr>
            <a:fld id="{270A37BF-2F50-41DA-93AE-68AB3A5DB358}" type="slidenum">
              <a:rPr lang="en-US" altLang="en-US" smtClean="0"/>
              <a:t>19</a:t>
            </a:fld>
            <a:endParaRPr lang="en-US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640079" y="633973"/>
            <a:ext cx="11435081" cy="496546"/>
            <a:chOff x="640078" y="575266"/>
            <a:chExt cx="13044315" cy="496546"/>
          </a:xfrm>
        </p:grpSpPr>
        <p:sp>
          <p:nvSpPr>
            <p:cNvPr id="10" name="TextBox 9"/>
            <p:cNvSpPr txBox="1"/>
            <p:nvPr/>
          </p:nvSpPr>
          <p:spPr>
            <a:xfrm>
              <a:off x="715781" y="575266"/>
              <a:ext cx="12968612" cy="496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Next step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40078" y="652703"/>
              <a:ext cx="108000" cy="394943"/>
            </a:xfrm>
            <a:prstGeom prst="rect">
              <a:avLst/>
            </a:prstGeom>
            <a:solidFill>
              <a:srgbClr val="CB60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body"/>
          <p:cNvSpPr txBox="1"/>
          <p:nvPr/>
        </p:nvSpPr>
        <p:spPr>
          <a:xfrm>
            <a:off x="640078" y="1300000"/>
            <a:ext cx="10908000" cy="4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342900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altLang="ko-KR" sz="1650" b="1" dirty="0">
                <a:solidFill>
                  <a:srgbClr val="2E7D32"/>
                </a:solidFill>
              </a:rPr>
              <a:t>✓ Done: </a:t>
            </a:r>
            <a:r>
              <a:rPr lang="en-US" altLang="ko-KR" sz="1650" dirty="0"/>
              <a:t>gene embedding Emb(G) → MMD_PCA fixed</a:t>
            </a:r>
          </a:p>
          <a:p>
            <a:pPr marL="342900" lvl="0" indent="-342900">
              <a:lnSpc>
                <a:spcPct val="150000"/>
              </a:lnSpc>
              <a:spcAft>
                <a:spcPts val="350"/>
              </a:spcAft>
              <a:buNone/>
            </a:pPr>
            <a:r>
              <a:rPr lang="en-US" altLang="ko-KR" sz="1650" b="1" dirty="0">
                <a:solidFill>
                  <a:srgbClr val="2E7D32"/>
                </a:solidFill>
              </a:rPr>
              <a:t>✓ Done: </a:t>
            </a:r>
            <a:r>
              <a:rPr lang="en-US" altLang="ko-KR" sz="1650" dirty="0"/>
              <a:t>CFG sweep (1/3/5) → fidelity vs distribution trade-off quantified</a:t>
            </a:r>
          </a:p>
          <a:p>
            <a:pPr marL="342900" lvl="0" indent="-342900">
              <a:lnSpc>
                <a:spcPct val="150000"/>
              </a:lnSpc>
              <a:spcAft>
                <a:spcPts val="180"/>
              </a:spcAft>
              <a:buNone/>
            </a:pPr>
            <a:r>
              <a:rPr lang="en-US" altLang="ko-KR" sz="1800" b="1" dirty="0">
                <a:solidFill>
                  <a:srgbClr val="1F3864"/>
                </a:solidFill>
              </a:rPr>
              <a:t>Remaining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Add the rest of Eq. 3's input encoding — </a:t>
            </a:r>
            <a:r>
              <a:rPr lang="en-US" altLang="ko-KR" sz="1600" b="1" dirty="0"/>
              <a:t>sinusoidal Enc(x_t)</a:t>
            </a:r>
            <a:r>
              <a:rPr lang="en-US" altLang="ko-KR" sz="1600" dirty="0"/>
              <a:t> (currently a raw-scalar Conv1d lift)</a:t>
            </a:r>
          </a:p>
          <a:p>
            <a:pPr marL="342900" lvl="0" indent="-34290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-"/>
            </a:pPr>
            <a:r>
              <a:rPr lang="en-US" altLang="ko-KR" sz="1600" dirty="0"/>
              <a:t>Analyze the weak correlation metrics (cos-PCA rank, RMSE) behind the 4th-place overall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n-US" altLang="ko-KR" sz="1600" dirty="0"/>
              <a:t>Extend to Srivatsan20 &amp; Jiang24 (the paper's other two datasets)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7835</TotalTime>
  <Words>1520</Words>
  <Application>Microsoft Office PowerPoint</Application>
  <PresentationFormat>와이드스크린</PresentationFormat>
  <Paragraphs>186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PRiMeFlow Code implementation (2) </vt:lpstr>
      <vt:lpstr>Author</vt:lpstr>
      <vt:lpstr>Implementation scope</vt:lpstr>
      <vt:lpstr>Implementation goals &amp; environment</vt:lpstr>
      <vt:lpstr>Implementation goals &amp; environment</vt:lpstr>
      <vt:lpstr>Implementation scope</vt:lpstr>
      <vt:lpstr>Implementation process</vt:lpstr>
      <vt:lpstr>Implementation process</vt:lpstr>
      <vt:lpstr>Background — Classifier-Free Guidance</vt:lpstr>
      <vt:lpstr>Implementation process</vt:lpstr>
      <vt:lpstr>Implementation process</vt:lpstr>
      <vt:lpstr>Evaluation metrics</vt:lpstr>
      <vt:lpstr>Result</vt:lpstr>
      <vt:lpstr>Result</vt:lpstr>
      <vt:lpstr>Result</vt:lpstr>
      <vt:lpstr>Result</vt:lpstr>
      <vt:lpstr>Limit and the next step</vt:lpstr>
      <vt:lpstr>Limit and the next step</vt:lpstr>
      <vt:lpstr>Limit and the next step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/>
  <cp:lastModifiedBy>태현 고</cp:lastModifiedBy>
  <cp:revision>38</cp:revision>
  <cp:lastPrinted>2025-09-22T09:58:03Z</cp:lastPrinted>
  <dcterms:created xsi:type="dcterms:W3CDTF">2024-11-25T04:45:17Z</dcterms:created>
  <dcterms:modified xsi:type="dcterms:W3CDTF">2026-09-30T16:42:42Z</dcterms:modified>
  <cp:category/>
</cp:coreProperties>
</file>
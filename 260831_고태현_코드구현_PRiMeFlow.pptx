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902" r:id="rId2"/>
    <p:sldId id="923" r:id="rId3"/>
    <p:sldId id="901" r:id="rId4"/>
    <p:sldId id="903" r:id="rId5"/>
    <p:sldId id="913" r:id="rId6"/>
    <p:sldId id="914" r:id="rId7"/>
    <p:sldId id="904" r:id="rId8"/>
    <p:sldId id="915" r:id="rId9"/>
    <p:sldId id="905" r:id="rId10"/>
    <p:sldId id="916" r:id="rId11"/>
    <p:sldId id="917" r:id="rId12"/>
    <p:sldId id="918" r:id="rId13"/>
    <p:sldId id="919" r:id="rId14"/>
    <p:sldId id="908" r:id="rId15"/>
    <p:sldId id="910" r:id="rId16"/>
    <p:sldId id="920" r:id="rId17"/>
    <p:sldId id="912" r:id="rId18"/>
    <p:sldId id="909" r:id="rId19"/>
    <p:sldId id="921" r:id="rId20"/>
    <p:sldId id="922" r:id="rId21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4FB"/>
    <a:srgbClr val="2804DA"/>
    <a:srgbClr val="FFFFFF"/>
    <a:srgbClr val="C49500"/>
    <a:srgbClr val="006C31"/>
    <a:srgbClr val="FFFDD0"/>
    <a:srgbClr val="FDF0E6"/>
    <a:srgbClr val="DB0D03"/>
    <a:srgbClr val="00FFCC"/>
    <a:srgbClr val="F9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973FF5-DD98-460E-9CEE-F89EEA81ECBD}" v="272" dt="2026-08-30T10:28:02.3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7" autoAdjust="0"/>
    <p:restoredTop sz="72296" autoAdjust="0"/>
  </p:normalViewPr>
  <p:slideViewPr>
    <p:cSldViewPr snapToGrid="0">
      <p:cViewPr varScale="1">
        <p:scale>
          <a:sx n="52" d="100"/>
          <a:sy n="52" d="100"/>
        </p:scale>
        <p:origin x="1590" y="60"/>
      </p:cViewPr>
      <p:guideLst>
        <p:guide orient="horz" pos="2160"/>
        <p:guide pos="3840"/>
      </p:guideLst>
    </p:cSldViewPr>
  </p:slideViewPr>
  <p:notesTextViewPr>
    <p:cViewPr>
      <p:scale>
        <a:sx n="130" d="100"/>
        <a:sy n="13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태현 고" userId="e678494651c46122" providerId="LiveId" clId="{539C6FA0-F84E-4B39-A3A5-84203512A6BB}"/>
    <pc:docChg chg="undo custSel addSld delSld modSld sldOrd addSection delSection modSection">
      <pc:chgData name="태현 고" userId="e678494651c46122" providerId="LiveId" clId="{539C6FA0-F84E-4B39-A3A5-84203512A6BB}" dt="2026-08-30T10:35:42.837" v="15070" actId="207"/>
      <pc:docMkLst>
        <pc:docMk/>
      </pc:docMkLst>
      <pc:sldChg chg="addSp delSp modSp add del mod modNotesTx">
        <pc:chgData name="태현 고" userId="e678494651c46122" providerId="LiveId" clId="{539C6FA0-F84E-4B39-A3A5-84203512A6BB}" dt="2026-08-30T10:26:59.302" v="14989" actId="1076"/>
        <pc:sldMkLst>
          <pc:docMk/>
          <pc:sldMk cId="1511633626" sldId="901"/>
        </pc:sldMkLst>
        <pc:spChg chg="add mod">
          <ac:chgData name="태현 고" userId="e678494651c46122" providerId="LiveId" clId="{539C6FA0-F84E-4B39-A3A5-84203512A6BB}" dt="2026-08-30T10:26:59.302" v="14989" actId="1076"/>
          <ac:spMkLst>
            <pc:docMk/>
            <pc:sldMk cId="1511633626" sldId="901"/>
            <ac:spMk id="2" creationId="{BCE800EE-1580-959A-E222-5135C4E502F5}"/>
          </ac:spMkLst>
        </pc:spChg>
        <pc:spChg chg="mod">
          <ac:chgData name="태현 고" userId="e678494651c46122" providerId="LiveId" clId="{539C6FA0-F84E-4B39-A3A5-84203512A6BB}" dt="2026-08-30T07:18:24.037" v="14244" actId="20577"/>
          <ac:spMkLst>
            <pc:docMk/>
            <pc:sldMk cId="1511633626" sldId="901"/>
            <ac:spMk id="8" creationId="{B398B291-AB94-D64B-FA10-0D176B69A1B6}"/>
          </ac:spMkLst>
        </pc:spChg>
        <pc:spChg chg="mod">
          <ac:chgData name="태현 고" userId="e678494651c46122" providerId="LiveId" clId="{539C6FA0-F84E-4B39-A3A5-84203512A6BB}" dt="2026-08-30T02:25:34.443" v="11640" actId="20577"/>
          <ac:spMkLst>
            <pc:docMk/>
            <pc:sldMk cId="1511633626" sldId="901"/>
            <ac:spMk id="10" creationId="{3FC79694-7221-74FF-F620-2FF38DD62926}"/>
          </ac:spMkLst>
        </pc:spChg>
        <pc:spChg chg="mod">
          <ac:chgData name="태현 고" userId="e678494651c46122" providerId="LiveId" clId="{539C6FA0-F84E-4B39-A3A5-84203512A6BB}" dt="2026-08-04T05:10:40.824" v="10186"/>
          <ac:spMkLst>
            <pc:docMk/>
            <pc:sldMk cId="1511633626" sldId="901"/>
            <ac:spMk id="11" creationId="{9DD93C15-1549-E1BF-A99B-CF0CDA241C52}"/>
          </ac:spMkLst>
        </pc:spChg>
        <pc:grpChg chg="add mod">
          <ac:chgData name="태현 고" userId="e678494651c46122" providerId="LiveId" clId="{539C6FA0-F84E-4B39-A3A5-84203512A6BB}" dt="2026-08-04T05:10:40.824" v="10186"/>
          <ac:grpSpMkLst>
            <pc:docMk/>
            <pc:sldMk cId="1511633626" sldId="901"/>
            <ac:grpSpMk id="9" creationId="{E47751DB-EE97-6F4C-3EE5-CE25564090F9}"/>
          </ac:grpSpMkLst>
        </pc:grpChg>
        <pc:picChg chg="add mod">
          <ac:chgData name="태현 고" userId="e678494651c46122" providerId="LiveId" clId="{539C6FA0-F84E-4B39-A3A5-84203512A6BB}" dt="2026-08-30T06:05:35.238" v="13607" actId="1076"/>
          <ac:picMkLst>
            <pc:docMk/>
            <pc:sldMk cId="1511633626" sldId="901"/>
            <ac:picMk id="5" creationId="{2052DBED-BBE1-D4C3-23E7-92BC95CB6154}"/>
          </ac:picMkLst>
        </pc:picChg>
      </pc:sldChg>
      <pc:sldChg chg="addSp modSp add del mod modNotesTx">
        <pc:chgData name="태현 고" userId="e678494651c46122" providerId="LiveId" clId="{539C6FA0-F84E-4B39-A3A5-84203512A6BB}" dt="2026-08-30T10:26:36.996" v="14987" actId="20577"/>
        <pc:sldMkLst>
          <pc:docMk/>
          <pc:sldMk cId="2982395436" sldId="902"/>
        </pc:sldMkLst>
        <pc:spChg chg="mod">
          <ac:chgData name="태현 고" userId="e678494651c46122" providerId="LiveId" clId="{539C6FA0-F84E-4B39-A3A5-84203512A6BB}" dt="2026-08-30T04:36:51.751" v="13402" actId="20577"/>
          <ac:spMkLst>
            <pc:docMk/>
            <pc:sldMk cId="2982395436" sldId="902"/>
            <ac:spMk id="2" creationId="{00000000-0000-0000-0000-000000000000}"/>
          </ac:spMkLst>
        </pc:spChg>
        <pc:spChg chg="add mod">
          <ac:chgData name="태현 고" userId="e678494651c46122" providerId="LiveId" clId="{539C6FA0-F84E-4B39-A3A5-84203512A6BB}" dt="2026-08-30T04:39:04.069" v="13443" actId="1076"/>
          <ac:spMkLst>
            <pc:docMk/>
            <pc:sldMk cId="2982395436" sldId="902"/>
            <ac:spMk id="3" creationId="{6A9741C9-0DBC-C3E4-95AD-B6E73E34B47E}"/>
          </ac:spMkLst>
        </pc:spChg>
        <pc:spChg chg="mod">
          <ac:chgData name="태현 고" userId="e678494651c46122" providerId="LiveId" clId="{539C6FA0-F84E-4B39-A3A5-84203512A6BB}" dt="2026-08-30T10:26:36.996" v="14987" actId="20577"/>
          <ac:spMkLst>
            <pc:docMk/>
            <pc:sldMk cId="2982395436" sldId="902"/>
            <ac:spMk id="10" creationId="{AA4F9454-58B4-06D7-C2E1-F1992F64B3F1}"/>
          </ac:spMkLst>
        </pc:spChg>
      </pc:sldChg>
      <pc:sldChg chg="addSp delSp modSp add mod modNotesTx">
        <pc:chgData name="태현 고" userId="e678494651c46122" providerId="LiveId" clId="{539C6FA0-F84E-4B39-A3A5-84203512A6BB}" dt="2026-08-30T10:30:44.052" v="15021" actId="13926"/>
        <pc:sldMkLst>
          <pc:docMk/>
          <pc:sldMk cId="1164379346" sldId="903"/>
        </pc:sldMkLst>
        <pc:spChg chg="add del mod">
          <ac:chgData name="태현 고" userId="e678494651c46122" providerId="LiveId" clId="{539C6FA0-F84E-4B39-A3A5-84203512A6BB}" dt="2026-08-30T05:45:28.929" v="13461" actId="478"/>
          <ac:spMkLst>
            <pc:docMk/>
            <pc:sldMk cId="1164379346" sldId="903"/>
            <ac:spMk id="5" creationId="{6C8797FF-78B6-D200-35AA-DA2727329BD6}"/>
          </ac:spMkLst>
        </pc:spChg>
        <pc:spChg chg="add del">
          <ac:chgData name="태현 고" userId="e678494651c46122" providerId="LiveId" clId="{539C6FA0-F84E-4B39-A3A5-84203512A6BB}" dt="2026-08-30T06:51:44.547" v="13816" actId="22"/>
          <ac:spMkLst>
            <pc:docMk/>
            <pc:sldMk cId="1164379346" sldId="903"/>
            <ac:spMk id="5" creationId="{805D7124-B750-1625-D1F7-D1C5CA1D02B7}"/>
          </ac:spMkLst>
        </pc:spChg>
        <pc:spChg chg="add del mod">
          <ac:chgData name="태현 고" userId="e678494651c46122" providerId="LiveId" clId="{539C6FA0-F84E-4B39-A3A5-84203512A6BB}" dt="2026-08-30T05:45:25.303" v="13460" actId="478"/>
          <ac:spMkLst>
            <pc:docMk/>
            <pc:sldMk cId="1164379346" sldId="903"/>
            <ac:spMk id="7" creationId="{9F69FB4B-4288-91EA-6911-9381E7AEE064}"/>
          </ac:spMkLst>
        </pc:spChg>
        <pc:spChg chg="mod">
          <ac:chgData name="태현 고" userId="e678494651c46122" providerId="LiveId" clId="{539C6FA0-F84E-4B39-A3A5-84203512A6BB}" dt="2026-08-30T07:18:28.239" v="14251" actId="20577"/>
          <ac:spMkLst>
            <pc:docMk/>
            <pc:sldMk cId="1164379346" sldId="903"/>
            <ac:spMk id="8" creationId="{874DA359-9815-C060-6E1C-E2001F0A6468}"/>
          </ac:spMkLst>
        </pc:spChg>
        <pc:spChg chg="mod">
          <ac:chgData name="태현 고" userId="e678494651c46122" providerId="LiveId" clId="{539C6FA0-F84E-4B39-A3A5-84203512A6BB}" dt="2026-08-30T07:17:53.593" v="14237" actId="20577"/>
          <ac:spMkLst>
            <pc:docMk/>
            <pc:sldMk cId="1164379346" sldId="903"/>
            <ac:spMk id="10" creationId="{1477E023-E9A3-CE6B-E254-B43D33CEA01B}"/>
          </ac:spMkLst>
        </pc:spChg>
        <pc:spChg chg="add mod">
          <ac:chgData name="태현 고" userId="e678494651c46122" providerId="LiveId" clId="{539C6FA0-F84E-4B39-A3A5-84203512A6BB}" dt="2026-08-30T07:16:02.493" v="14177" actId="14100"/>
          <ac:spMkLst>
            <pc:docMk/>
            <pc:sldMk cId="1164379346" sldId="903"/>
            <ac:spMk id="24" creationId="{6E453470-CFA2-6F60-589A-253293ADBAD8}"/>
          </ac:spMkLst>
        </pc:spChg>
        <pc:spChg chg="add mod">
          <ac:chgData name="태현 고" userId="e678494651c46122" providerId="LiveId" clId="{539C6FA0-F84E-4B39-A3A5-84203512A6BB}" dt="2026-08-30T07:17:08.929" v="14192" actId="14100"/>
          <ac:spMkLst>
            <pc:docMk/>
            <pc:sldMk cId="1164379346" sldId="903"/>
            <ac:spMk id="30" creationId="{2FD3DEBE-36F6-03A4-D654-791B7CA391A4}"/>
          </ac:spMkLst>
        </pc:spChg>
        <pc:spChg chg="add mod">
          <ac:chgData name="태현 고" userId="e678494651c46122" providerId="LiveId" clId="{539C6FA0-F84E-4B39-A3A5-84203512A6BB}" dt="2026-08-30T10:28:13.389" v="14995" actId="1076"/>
          <ac:spMkLst>
            <pc:docMk/>
            <pc:sldMk cId="1164379346" sldId="903"/>
            <ac:spMk id="31" creationId="{48D1AAA0-97D0-677B-786B-9DEABDF0C2D6}"/>
          </ac:spMkLst>
        </pc:spChg>
        <pc:spChg chg="add mod">
          <ac:chgData name="태현 고" userId="e678494651c46122" providerId="LiveId" clId="{539C6FA0-F84E-4B39-A3A5-84203512A6BB}" dt="2026-08-30T10:28:19.276" v="14997" actId="1076"/>
          <ac:spMkLst>
            <pc:docMk/>
            <pc:sldMk cId="1164379346" sldId="903"/>
            <ac:spMk id="33" creationId="{D211C6A0-A542-6F80-A2CC-D5FEB864F94F}"/>
          </ac:spMkLst>
        </pc:spChg>
        <pc:spChg chg="add del mod">
          <ac:chgData name="태현 고" userId="e678494651c46122" providerId="LiveId" clId="{539C6FA0-F84E-4B39-A3A5-84203512A6BB}" dt="2026-08-30T10:28:39.037" v="15004" actId="20577"/>
          <ac:spMkLst>
            <pc:docMk/>
            <pc:sldMk cId="1164379346" sldId="903"/>
            <ac:spMk id="35" creationId="{B5EF1373-9F88-4793-2ED8-01C0666747DC}"/>
          </ac:spMkLst>
        </pc:spChg>
        <pc:spChg chg="add del">
          <ac:chgData name="태현 고" userId="e678494651c46122" providerId="LiveId" clId="{539C6FA0-F84E-4B39-A3A5-84203512A6BB}" dt="2026-08-30T10:28:42.454" v="15006" actId="22"/>
          <ac:spMkLst>
            <pc:docMk/>
            <pc:sldMk cId="1164379346" sldId="903"/>
            <ac:spMk id="37" creationId="{68A2510A-F0B8-FB9B-5000-C70C14EAAAB3}"/>
          </ac:spMkLst>
        </pc:spChg>
        <pc:spChg chg="add del mod">
          <ac:chgData name="태현 고" userId="e678494651c46122" providerId="LiveId" clId="{539C6FA0-F84E-4B39-A3A5-84203512A6BB}" dt="2026-08-30T10:28:47.534" v="15009" actId="478"/>
          <ac:spMkLst>
            <pc:docMk/>
            <pc:sldMk cId="1164379346" sldId="903"/>
            <ac:spMk id="39" creationId="{EAC79249-F2C9-1F39-1D07-854BAD6A70F1}"/>
          </ac:spMkLst>
        </pc:spChg>
        <pc:spChg chg="add mod">
          <ac:chgData name="태현 고" userId="e678494651c46122" providerId="LiveId" clId="{539C6FA0-F84E-4B39-A3A5-84203512A6BB}" dt="2026-08-30T10:28:55.352" v="15011" actId="1076"/>
          <ac:spMkLst>
            <pc:docMk/>
            <pc:sldMk cId="1164379346" sldId="903"/>
            <ac:spMk id="41" creationId="{E0EB6B05-1C94-2B34-E781-AE8E8D951DDC}"/>
          </ac:spMkLst>
        </pc:spChg>
        <pc:spChg chg="add mod">
          <ac:chgData name="태현 고" userId="e678494651c46122" providerId="LiveId" clId="{539C6FA0-F84E-4B39-A3A5-84203512A6BB}" dt="2026-08-30T10:30:12.055" v="15016" actId="20577"/>
          <ac:spMkLst>
            <pc:docMk/>
            <pc:sldMk cId="1164379346" sldId="903"/>
            <ac:spMk id="43" creationId="{440558C5-F8AD-BB81-6369-607BB9F42EEA}"/>
          </ac:spMkLst>
        </pc:spChg>
        <pc:spChg chg="add mod">
          <ac:chgData name="태현 고" userId="e678494651c46122" providerId="LiveId" clId="{539C6FA0-F84E-4B39-A3A5-84203512A6BB}" dt="2026-08-30T10:30:44.052" v="15021" actId="13926"/>
          <ac:spMkLst>
            <pc:docMk/>
            <pc:sldMk cId="1164379346" sldId="903"/>
            <ac:spMk id="45" creationId="{B69AAD04-E7A8-03D8-5290-1DC16E61BC77}"/>
          </ac:spMkLst>
        </pc:spChg>
        <pc:picChg chg="add mod">
          <ac:chgData name="태현 고" userId="e678494651c46122" providerId="LiveId" clId="{539C6FA0-F84E-4B39-A3A5-84203512A6BB}" dt="2026-08-30T07:12:02.195" v="14143" actId="1076"/>
          <ac:picMkLst>
            <pc:docMk/>
            <pc:sldMk cId="1164379346" sldId="903"/>
            <ac:picMk id="3" creationId="{44FA35FB-1258-2BAA-E638-B528613167F7}"/>
          </ac:picMkLst>
        </pc:picChg>
        <pc:inkChg chg="add del">
          <ac:chgData name="태현 고" userId="e678494651c46122" providerId="LiveId" clId="{539C6FA0-F84E-4B39-A3A5-84203512A6BB}" dt="2026-08-30T07:12:41.756" v="14145" actId="9405"/>
          <ac:inkMkLst>
            <pc:docMk/>
            <pc:sldMk cId="1164379346" sldId="903"/>
            <ac:inkMk id="6" creationId="{23B7DC2D-2D22-F864-F879-9F229B51DEFD}"/>
          </ac:inkMkLst>
        </pc:inkChg>
        <pc:inkChg chg="add del">
          <ac:chgData name="태현 고" userId="e678494651c46122" providerId="LiveId" clId="{539C6FA0-F84E-4B39-A3A5-84203512A6BB}" dt="2026-08-30T07:12:47.403" v="14147" actId="9405"/>
          <ac:inkMkLst>
            <pc:docMk/>
            <pc:sldMk cId="1164379346" sldId="903"/>
            <ac:inkMk id="7" creationId="{5B9DA578-D6C0-9FA2-C0F3-76CAAF5FE0E9}"/>
          </ac:inkMkLst>
        </pc:inkChg>
        <pc:inkChg chg="add del">
          <ac:chgData name="태현 고" userId="e678494651c46122" providerId="LiveId" clId="{539C6FA0-F84E-4B39-A3A5-84203512A6BB}" dt="2026-08-30T07:13:20.214" v="14158" actId="9405"/>
          <ac:inkMkLst>
            <pc:docMk/>
            <pc:sldMk cId="1164379346" sldId="903"/>
            <ac:inkMk id="12" creationId="{CF38E511-5CA1-38A8-32C3-91775CCAA9ED}"/>
          </ac:inkMkLst>
        </pc:inkChg>
        <pc:inkChg chg="add del">
          <ac:chgData name="태현 고" userId="e678494651c46122" providerId="LiveId" clId="{539C6FA0-F84E-4B39-A3A5-84203512A6BB}" dt="2026-08-30T07:13:19.914" v="14157" actId="9405"/>
          <ac:inkMkLst>
            <pc:docMk/>
            <pc:sldMk cId="1164379346" sldId="903"/>
            <ac:inkMk id="13" creationId="{97C1D296-85A8-D435-54C4-D98720E581B1}"/>
          </ac:inkMkLst>
        </pc:inkChg>
        <pc:inkChg chg="add">
          <ac:chgData name="태현 고" userId="e678494651c46122" providerId="LiveId" clId="{539C6FA0-F84E-4B39-A3A5-84203512A6BB}" dt="2026-08-30T07:13:23.694" v="14159" actId="9405"/>
          <ac:inkMkLst>
            <pc:docMk/>
            <pc:sldMk cId="1164379346" sldId="903"/>
            <ac:inkMk id="14" creationId="{4862CAA7-9F31-9508-0DDC-96A0D6224395}"/>
          </ac:inkMkLst>
        </pc:inkChg>
        <pc:inkChg chg="add">
          <ac:chgData name="태현 고" userId="e678494651c46122" providerId="LiveId" clId="{539C6FA0-F84E-4B39-A3A5-84203512A6BB}" dt="2026-08-30T07:13:33.558" v="14160" actId="9405"/>
          <ac:inkMkLst>
            <pc:docMk/>
            <pc:sldMk cId="1164379346" sldId="903"/>
            <ac:inkMk id="15" creationId="{1E827456-005F-C276-5A0F-513BAE06BD24}"/>
          </ac:inkMkLst>
        </pc:inkChg>
        <pc:inkChg chg="add">
          <ac:chgData name="태현 고" userId="e678494651c46122" providerId="LiveId" clId="{539C6FA0-F84E-4B39-A3A5-84203512A6BB}" dt="2026-08-30T07:13:53.400" v="14161" actId="9405"/>
          <ac:inkMkLst>
            <pc:docMk/>
            <pc:sldMk cId="1164379346" sldId="903"/>
            <ac:inkMk id="16" creationId="{59FB8589-1CC0-CB45-4120-7F44E7B3C4BC}"/>
          </ac:inkMkLst>
        </pc:inkChg>
        <pc:inkChg chg="add del">
          <ac:chgData name="태현 고" userId="e678494651c46122" providerId="LiveId" clId="{539C6FA0-F84E-4B39-A3A5-84203512A6BB}" dt="2026-08-30T07:13:57.536" v="14163" actId="9405"/>
          <ac:inkMkLst>
            <pc:docMk/>
            <pc:sldMk cId="1164379346" sldId="903"/>
            <ac:inkMk id="17" creationId="{AFF9902E-BC5D-95D3-7036-FE6699E88AC3}"/>
          </ac:inkMkLst>
        </pc:inkChg>
        <pc:inkChg chg="add">
          <ac:chgData name="태현 고" userId="e678494651c46122" providerId="LiveId" clId="{539C6FA0-F84E-4B39-A3A5-84203512A6BB}" dt="2026-08-30T07:14:01.501" v="14164" actId="9405"/>
          <ac:inkMkLst>
            <pc:docMk/>
            <pc:sldMk cId="1164379346" sldId="903"/>
            <ac:inkMk id="18" creationId="{710913C6-D84E-C162-6D85-0124371E1813}"/>
          </ac:inkMkLst>
        </pc:inkChg>
        <pc:inkChg chg="add del">
          <ac:chgData name="태현 고" userId="e678494651c46122" providerId="LiveId" clId="{539C6FA0-F84E-4B39-A3A5-84203512A6BB}" dt="2026-08-30T07:14:27.444" v="14166" actId="9405"/>
          <ac:inkMkLst>
            <pc:docMk/>
            <pc:sldMk cId="1164379346" sldId="903"/>
            <ac:inkMk id="19" creationId="{94FAECBA-4EE7-ADED-8E64-9DE2F8898267}"/>
          </ac:inkMkLst>
        </pc:inkChg>
        <pc:inkChg chg="add del">
          <ac:chgData name="태현 고" userId="e678494651c46122" providerId="LiveId" clId="{539C6FA0-F84E-4B39-A3A5-84203512A6BB}" dt="2026-08-30T07:14:40.123" v="14168" actId="9405"/>
          <ac:inkMkLst>
            <pc:docMk/>
            <pc:sldMk cId="1164379346" sldId="903"/>
            <ac:inkMk id="20" creationId="{4BA54825-8DF6-8CCD-597F-951FE33DE188}"/>
          </ac:inkMkLst>
        </pc:inkChg>
        <pc:inkChg chg="add">
          <ac:chgData name="태현 고" userId="e678494651c46122" providerId="LiveId" clId="{539C6FA0-F84E-4B39-A3A5-84203512A6BB}" dt="2026-08-30T07:14:50.391" v="14169" actId="9405"/>
          <ac:inkMkLst>
            <pc:docMk/>
            <pc:sldMk cId="1164379346" sldId="903"/>
            <ac:inkMk id="21" creationId="{F961DD5D-DD5A-337F-9B9E-242E5EB90EBB}"/>
          </ac:inkMkLst>
        </pc:inkChg>
        <pc:inkChg chg="add del">
          <ac:chgData name="태현 고" userId="e678494651c46122" providerId="LiveId" clId="{539C6FA0-F84E-4B39-A3A5-84203512A6BB}" dt="2026-08-30T07:15:00.622" v="14171" actId="9405"/>
          <ac:inkMkLst>
            <pc:docMk/>
            <pc:sldMk cId="1164379346" sldId="903"/>
            <ac:inkMk id="22" creationId="{85D530E7-DF85-4489-D924-F9F021703DC1}"/>
          </ac:inkMkLst>
        </pc:inkChg>
        <pc:inkChg chg="add">
          <ac:chgData name="태현 고" userId="e678494651c46122" providerId="LiveId" clId="{539C6FA0-F84E-4B39-A3A5-84203512A6BB}" dt="2026-08-30T07:15:02.622" v="14172" actId="9405"/>
          <ac:inkMkLst>
            <pc:docMk/>
            <pc:sldMk cId="1164379346" sldId="903"/>
            <ac:inkMk id="23" creationId="{F24B9B16-9B72-E63F-5275-805139B16060}"/>
          </ac:inkMkLst>
        </pc:inkChg>
        <pc:inkChg chg="add del">
          <ac:chgData name="태현 고" userId="e678494651c46122" providerId="LiveId" clId="{539C6FA0-F84E-4B39-A3A5-84203512A6BB}" dt="2026-08-30T07:16:22.431" v="14181" actId="9405"/>
          <ac:inkMkLst>
            <pc:docMk/>
            <pc:sldMk cId="1164379346" sldId="903"/>
            <ac:inkMk id="25" creationId="{19C3A794-B107-8F06-9188-191766CE216B}"/>
          </ac:inkMkLst>
        </pc:inkChg>
        <pc:inkChg chg="add">
          <ac:chgData name="태현 고" userId="e678494651c46122" providerId="LiveId" clId="{539C6FA0-F84E-4B39-A3A5-84203512A6BB}" dt="2026-08-30T07:16:20.222" v="14179"/>
          <ac:inkMkLst>
            <pc:docMk/>
            <pc:sldMk cId="1164379346" sldId="903"/>
            <ac:inkMk id="26" creationId="{4F2D6FCA-47A6-9265-F8A4-94240B604415}"/>
          </ac:inkMkLst>
        </pc:inkChg>
        <pc:inkChg chg="add del">
          <ac:chgData name="태현 고" userId="e678494651c46122" providerId="LiveId" clId="{539C6FA0-F84E-4B39-A3A5-84203512A6BB}" dt="2026-08-30T07:16:38.481" v="14183" actId="9405"/>
          <ac:inkMkLst>
            <pc:docMk/>
            <pc:sldMk cId="1164379346" sldId="903"/>
            <ac:inkMk id="27" creationId="{AC1A9F97-D695-AFC3-3DD6-2D91D70451BD}"/>
          </ac:inkMkLst>
        </pc:inkChg>
        <pc:inkChg chg="add del">
          <ac:chgData name="태현 고" userId="e678494651c46122" providerId="LiveId" clId="{539C6FA0-F84E-4B39-A3A5-84203512A6BB}" dt="2026-08-30T07:16:41.661" v="14185" actId="9405"/>
          <ac:inkMkLst>
            <pc:docMk/>
            <pc:sldMk cId="1164379346" sldId="903"/>
            <ac:inkMk id="28" creationId="{45B6C845-25F6-5A81-FBDD-479ED5B70A20}"/>
          </ac:inkMkLst>
        </pc:inkChg>
        <pc:inkChg chg="add del">
          <ac:chgData name="태현 고" userId="e678494651c46122" providerId="LiveId" clId="{539C6FA0-F84E-4B39-A3A5-84203512A6BB}" dt="2026-08-30T07:16:44.501" v="14187" actId="9405"/>
          <ac:inkMkLst>
            <pc:docMk/>
            <pc:sldMk cId="1164379346" sldId="903"/>
            <ac:inkMk id="29" creationId="{BEC3067D-34B3-2FB6-B731-30102C900F93}"/>
          </ac:inkMkLst>
        </pc:inkChg>
      </pc:sldChg>
      <pc:sldChg chg="addSp delSp modSp add mod">
        <pc:chgData name="태현 고" userId="e678494651c46122" providerId="LiveId" clId="{539C6FA0-F84E-4B39-A3A5-84203512A6BB}" dt="2026-08-30T08:10:27.477" v="14682" actId="14100"/>
        <pc:sldMkLst>
          <pc:docMk/>
          <pc:sldMk cId="1554958783" sldId="904"/>
        </pc:sldMkLst>
        <pc:spChg chg="add mod">
          <ac:chgData name="태현 고" userId="e678494651c46122" providerId="LiveId" clId="{539C6FA0-F84E-4B39-A3A5-84203512A6BB}" dt="2026-08-30T08:10:04.817" v="14680" actId="207"/>
          <ac:spMkLst>
            <pc:docMk/>
            <pc:sldMk cId="1554958783" sldId="904"/>
            <ac:spMk id="3" creationId="{FFDA9EBE-7CCF-8199-5D23-5A6A463A8F24}"/>
          </ac:spMkLst>
        </pc:spChg>
        <pc:spChg chg="add mod">
          <ac:chgData name="태현 고" userId="e678494651c46122" providerId="LiveId" clId="{539C6FA0-F84E-4B39-A3A5-84203512A6BB}" dt="2026-08-30T08:10:27.477" v="14682" actId="14100"/>
          <ac:spMkLst>
            <pc:docMk/>
            <pc:sldMk cId="1554958783" sldId="904"/>
            <ac:spMk id="5" creationId="{4856CDF4-8CBC-BA89-C98E-5A3372E7277F}"/>
          </ac:spMkLst>
        </pc:spChg>
        <pc:spChg chg="add del">
          <ac:chgData name="태현 고" userId="e678494651c46122" providerId="LiveId" clId="{539C6FA0-F84E-4B39-A3A5-84203512A6BB}" dt="2026-08-30T02:51:01.698" v="11939" actId="478"/>
          <ac:spMkLst>
            <pc:docMk/>
            <pc:sldMk cId="1554958783" sldId="904"/>
            <ac:spMk id="5" creationId="{84A5ECEB-6933-BFFF-A091-487AF9455EFC}"/>
          </ac:spMkLst>
        </pc:spChg>
        <pc:spChg chg="add del mod">
          <ac:chgData name="태현 고" userId="e678494651c46122" providerId="LiveId" clId="{539C6FA0-F84E-4B39-A3A5-84203512A6BB}" dt="2026-08-30T02:54:53.105" v="12045" actId="478"/>
          <ac:spMkLst>
            <pc:docMk/>
            <pc:sldMk cId="1554958783" sldId="904"/>
            <ac:spMk id="6" creationId="{1CF2FD21-8422-5E60-7B0D-FB82CA72B0E9}"/>
          </ac:spMkLst>
        </pc:spChg>
        <pc:spChg chg="mod">
          <ac:chgData name="태현 고" userId="e678494651c46122" providerId="LiveId" clId="{539C6FA0-F84E-4B39-A3A5-84203512A6BB}" dt="2026-08-30T02:43:17.059" v="11875" actId="20577"/>
          <ac:spMkLst>
            <pc:docMk/>
            <pc:sldMk cId="1554958783" sldId="904"/>
            <ac:spMk id="8" creationId="{9EC100B0-C24F-76B8-94F6-38C6A607B2EA}"/>
          </ac:spMkLst>
        </pc:spChg>
        <pc:spChg chg="mod">
          <ac:chgData name="태현 고" userId="e678494651c46122" providerId="LiveId" clId="{539C6FA0-F84E-4B39-A3A5-84203512A6BB}" dt="2026-08-30T08:08:29.463" v="14673" actId="20577"/>
          <ac:spMkLst>
            <pc:docMk/>
            <pc:sldMk cId="1554958783" sldId="904"/>
            <ac:spMk id="10" creationId="{F13ABDD0-C4F2-B65B-AE3C-561BB4CD5E40}"/>
          </ac:spMkLst>
        </pc:spChg>
        <pc:spChg chg="add del">
          <ac:chgData name="태현 고" userId="e678494651c46122" providerId="LiveId" clId="{539C6FA0-F84E-4B39-A3A5-84203512A6BB}" dt="2026-08-30T02:54:59.160" v="12047" actId="22"/>
          <ac:spMkLst>
            <pc:docMk/>
            <pc:sldMk cId="1554958783" sldId="904"/>
            <ac:spMk id="12" creationId="{269103A3-89D3-CC7A-B790-11892885415E}"/>
          </ac:spMkLst>
        </pc:spChg>
      </pc:sldChg>
      <pc:sldChg chg="addSp delSp modSp add mod modNotesTx">
        <pc:chgData name="태현 고" userId="e678494651c46122" providerId="LiveId" clId="{539C6FA0-F84E-4B39-A3A5-84203512A6BB}" dt="2026-08-30T07:28:34.840" v="14483" actId="20577"/>
        <pc:sldMkLst>
          <pc:docMk/>
          <pc:sldMk cId="2360059501" sldId="905"/>
        </pc:sldMkLst>
        <pc:spChg chg="add mod">
          <ac:chgData name="태현 고" userId="e678494651c46122" providerId="LiveId" clId="{539C6FA0-F84E-4B39-A3A5-84203512A6BB}" dt="2026-08-30T03:43:32.678" v="12346" actId="1076"/>
          <ac:spMkLst>
            <pc:docMk/>
            <pc:sldMk cId="2360059501" sldId="905"/>
            <ac:spMk id="2" creationId="{F4FFBE61-D401-DCED-172E-741440F80AF0}"/>
          </ac:spMkLst>
        </pc:spChg>
        <pc:spChg chg="add mod">
          <ac:chgData name="태현 고" userId="e678494651c46122" providerId="LiveId" clId="{539C6FA0-F84E-4B39-A3A5-84203512A6BB}" dt="2026-08-30T05:50:03.375" v="13514" actId="207"/>
          <ac:spMkLst>
            <pc:docMk/>
            <pc:sldMk cId="2360059501" sldId="905"/>
            <ac:spMk id="3" creationId="{5729E6FE-41F0-73A0-06AF-21A979D68C8E}"/>
          </ac:spMkLst>
        </pc:spChg>
        <pc:spChg chg="add mod">
          <ac:chgData name="태현 고" userId="e678494651c46122" providerId="LiveId" clId="{539C6FA0-F84E-4B39-A3A5-84203512A6BB}" dt="2026-08-30T03:43:32.678" v="12346" actId="1076"/>
          <ac:spMkLst>
            <pc:docMk/>
            <pc:sldMk cId="2360059501" sldId="905"/>
            <ac:spMk id="5" creationId="{BDB6C492-15F2-2822-34E0-317072B5BC3F}"/>
          </ac:spMkLst>
        </pc:spChg>
        <pc:spChg chg="add mod">
          <ac:chgData name="태현 고" userId="e678494651c46122" providerId="LiveId" clId="{539C6FA0-F84E-4B39-A3A5-84203512A6BB}" dt="2026-08-30T03:44:21.962" v="12394" actId="207"/>
          <ac:spMkLst>
            <pc:docMk/>
            <pc:sldMk cId="2360059501" sldId="905"/>
            <ac:spMk id="7" creationId="{D922625F-CE31-94CD-EBD1-F530EED3C6C5}"/>
          </ac:spMkLst>
        </pc:spChg>
        <pc:spChg chg="mod">
          <ac:chgData name="태현 고" userId="e678494651c46122" providerId="LiveId" clId="{539C6FA0-F84E-4B39-A3A5-84203512A6BB}" dt="2026-08-30T03:04:01.316" v="12249"/>
          <ac:spMkLst>
            <pc:docMk/>
            <pc:sldMk cId="2360059501" sldId="905"/>
            <ac:spMk id="8" creationId="{8F939FD2-2F8D-0225-A4E7-DEA873B1B71F}"/>
          </ac:spMkLst>
        </pc:spChg>
        <pc:spChg chg="mod">
          <ac:chgData name="태현 고" userId="e678494651c46122" providerId="LiveId" clId="{539C6FA0-F84E-4B39-A3A5-84203512A6BB}" dt="2026-08-30T03:46:53.710" v="12447" actId="20577"/>
          <ac:spMkLst>
            <pc:docMk/>
            <pc:sldMk cId="2360059501" sldId="905"/>
            <ac:spMk id="10" creationId="{63C9FE02-6581-3623-AFA3-EA65FA2B53A3}"/>
          </ac:spMkLst>
        </pc:spChg>
        <pc:spChg chg="add mod">
          <ac:chgData name="태현 고" userId="e678494651c46122" providerId="LiveId" clId="{539C6FA0-F84E-4B39-A3A5-84203512A6BB}" dt="2026-08-30T03:43:36.093" v="12348" actId="20577"/>
          <ac:spMkLst>
            <pc:docMk/>
            <pc:sldMk cId="2360059501" sldId="905"/>
            <ac:spMk id="13" creationId="{AD8F71B8-94EA-63EC-3B21-6E37DC60F65E}"/>
          </ac:spMkLst>
        </pc:spChg>
        <pc:spChg chg="add mod">
          <ac:chgData name="태현 고" userId="e678494651c46122" providerId="LiveId" clId="{539C6FA0-F84E-4B39-A3A5-84203512A6BB}" dt="2026-08-30T03:43:47.974" v="12359" actId="20577"/>
          <ac:spMkLst>
            <pc:docMk/>
            <pc:sldMk cId="2360059501" sldId="905"/>
            <ac:spMk id="15" creationId="{8F49EE81-D3E7-150A-7AC9-50A2C9FCDCCF}"/>
          </ac:spMkLst>
        </pc:spChg>
        <pc:spChg chg="add mod">
          <ac:chgData name="태현 고" userId="e678494651c46122" providerId="LiveId" clId="{539C6FA0-F84E-4B39-A3A5-84203512A6BB}" dt="2026-08-30T03:44:25.033" v="12395" actId="207"/>
          <ac:spMkLst>
            <pc:docMk/>
            <pc:sldMk cId="2360059501" sldId="905"/>
            <ac:spMk id="17" creationId="{63918E02-BE64-7707-04C5-F54BD8A75BA8}"/>
          </ac:spMkLst>
        </pc:spChg>
        <pc:spChg chg="add mod">
          <ac:chgData name="태현 고" userId="e678494651c46122" providerId="LiveId" clId="{539C6FA0-F84E-4B39-A3A5-84203512A6BB}" dt="2026-08-30T03:43:39.941" v="12350" actId="20577"/>
          <ac:spMkLst>
            <pc:docMk/>
            <pc:sldMk cId="2360059501" sldId="905"/>
            <ac:spMk id="19" creationId="{3F4EB180-FFB7-D903-9D3E-C9927311ED4B}"/>
          </ac:spMkLst>
        </pc:spChg>
        <pc:spChg chg="add mod">
          <ac:chgData name="태현 고" userId="e678494651c46122" providerId="LiveId" clId="{539C6FA0-F84E-4B39-A3A5-84203512A6BB}" dt="2026-08-30T03:44:05.949" v="12393" actId="20577"/>
          <ac:spMkLst>
            <pc:docMk/>
            <pc:sldMk cId="2360059501" sldId="905"/>
            <ac:spMk id="21" creationId="{96177E24-F763-5F83-72B6-1815CFF0804F}"/>
          </ac:spMkLst>
        </pc:spChg>
        <pc:spChg chg="add mod">
          <ac:chgData name="태현 고" userId="e678494651c46122" providerId="LiveId" clId="{539C6FA0-F84E-4B39-A3A5-84203512A6BB}" dt="2026-08-30T05:50:32.934" v="13522" actId="16959"/>
          <ac:spMkLst>
            <pc:docMk/>
            <pc:sldMk cId="2360059501" sldId="905"/>
            <ac:spMk id="23" creationId="{109210C0-6F20-F86C-E3C5-99EAAE239B7B}"/>
          </ac:spMkLst>
        </pc:spChg>
        <pc:spChg chg="add mod">
          <ac:chgData name="태현 고" userId="e678494651c46122" providerId="LiveId" clId="{539C6FA0-F84E-4B39-A3A5-84203512A6BB}" dt="2026-08-30T05:50:43.799" v="13527"/>
          <ac:spMkLst>
            <pc:docMk/>
            <pc:sldMk cId="2360059501" sldId="905"/>
            <ac:spMk id="25" creationId="{88A88C11-6E01-1C74-B0A0-3C6B635B61B7}"/>
          </ac:spMkLst>
        </pc:spChg>
        <pc:spChg chg="add del mod">
          <ac:chgData name="태현 고" userId="e678494651c46122" providerId="LiveId" clId="{539C6FA0-F84E-4B39-A3A5-84203512A6BB}" dt="2026-08-30T03:45:43.262" v="12407"/>
          <ac:spMkLst>
            <pc:docMk/>
            <pc:sldMk cId="2360059501" sldId="905"/>
            <ac:spMk id="26" creationId="{D740DBE2-2333-D618-69C6-17B3F4CC0197}"/>
          </ac:spMkLst>
        </pc:spChg>
        <pc:spChg chg="add mod">
          <ac:chgData name="태현 고" userId="e678494651c46122" providerId="LiveId" clId="{539C6FA0-F84E-4B39-A3A5-84203512A6BB}" dt="2026-08-30T03:46:14.385" v="12413" actId="1076"/>
          <ac:spMkLst>
            <pc:docMk/>
            <pc:sldMk cId="2360059501" sldId="905"/>
            <ac:spMk id="28" creationId="{956298B6-EE96-D07E-B256-998C3475704D}"/>
          </ac:spMkLst>
        </pc:spChg>
      </pc:sldChg>
      <pc:sldChg chg="modSp add del mod">
        <pc:chgData name="태현 고" userId="e678494651c46122" providerId="LiveId" clId="{539C6FA0-F84E-4B39-A3A5-84203512A6BB}" dt="2026-08-30T05:51:03.862" v="13528" actId="47"/>
        <pc:sldMkLst>
          <pc:docMk/>
          <pc:sldMk cId="2006028240" sldId="906"/>
        </pc:sldMkLst>
        <pc:spChg chg="mod">
          <ac:chgData name="태현 고" userId="e678494651c46122" providerId="LiveId" clId="{539C6FA0-F84E-4B39-A3A5-84203512A6BB}" dt="2026-08-30T03:46:34.342" v="12414"/>
          <ac:spMkLst>
            <pc:docMk/>
            <pc:sldMk cId="2006028240" sldId="906"/>
            <ac:spMk id="8" creationId="{762D65E7-3C2E-9000-4CBB-8617E879CE43}"/>
          </ac:spMkLst>
        </pc:spChg>
        <pc:spChg chg="mod">
          <ac:chgData name="태현 고" userId="e678494651c46122" providerId="LiveId" clId="{539C6FA0-F84E-4B39-A3A5-84203512A6BB}" dt="2026-08-30T03:48:17.410" v="12583" actId="20577"/>
          <ac:spMkLst>
            <pc:docMk/>
            <pc:sldMk cId="2006028240" sldId="906"/>
            <ac:spMk id="10" creationId="{2AA1A76F-6768-7EF3-21A9-5C3EB650D5E9}"/>
          </ac:spMkLst>
        </pc:spChg>
      </pc:sldChg>
      <pc:sldChg chg="addSp modSp add del mod">
        <pc:chgData name="태현 고" userId="e678494651c46122" providerId="LiveId" clId="{539C6FA0-F84E-4B39-A3A5-84203512A6BB}" dt="2026-08-30T04:27:41.533" v="13271" actId="47"/>
        <pc:sldMkLst>
          <pc:docMk/>
          <pc:sldMk cId="2267548707" sldId="907"/>
        </pc:sldMkLst>
        <pc:spChg chg="add mod">
          <ac:chgData name="태현 고" userId="e678494651c46122" providerId="LiveId" clId="{539C6FA0-F84E-4B39-A3A5-84203512A6BB}" dt="2026-08-30T04:21:34.237" v="13035" actId="1076"/>
          <ac:spMkLst>
            <pc:docMk/>
            <pc:sldMk cId="2267548707" sldId="907"/>
            <ac:spMk id="3" creationId="{A315BC27-8A27-1506-DB21-6E67B2169745}"/>
          </ac:spMkLst>
        </pc:spChg>
        <pc:spChg chg="add mod">
          <ac:chgData name="태현 고" userId="e678494651c46122" providerId="LiveId" clId="{539C6FA0-F84E-4B39-A3A5-84203512A6BB}" dt="2026-08-30T04:21:57.588" v="13048" actId="20577"/>
          <ac:spMkLst>
            <pc:docMk/>
            <pc:sldMk cId="2267548707" sldId="907"/>
            <ac:spMk id="6" creationId="{8559F3F4-5F7E-02DB-31F2-EEBEB2483CA3}"/>
          </ac:spMkLst>
        </pc:spChg>
        <pc:spChg chg="mod">
          <ac:chgData name="태현 고" userId="e678494651c46122" providerId="LiveId" clId="{539C6FA0-F84E-4B39-A3A5-84203512A6BB}" dt="2026-08-30T04:20:15.468" v="12967"/>
          <ac:spMkLst>
            <pc:docMk/>
            <pc:sldMk cId="2267548707" sldId="907"/>
            <ac:spMk id="8" creationId="{B9DE29F6-F898-FF16-B3A0-31EFD9F6B282}"/>
          </ac:spMkLst>
        </pc:spChg>
        <pc:spChg chg="mod">
          <ac:chgData name="태현 고" userId="e678494651c46122" providerId="LiveId" clId="{539C6FA0-F84E-4B39-A3A5-84203512A6BB}" dt="2026-08-30T04:21:02.541" v="13032" actId="20577"/>
          <ac:spMkLst>
            <pc:docMk/>
            <pc:sldMk cId="2267548707" sldId="907"/>
            <ac:spMk id="10" creationId="{1826C297-495A-6435-10CE-76908880CFE5}"/>
          </ac:spMkLst>
        </pc:spChg>
        <pc:spChg chg="mod">
          <ac:chgData name="태현 고" userId="e678494651c46122" providerId="LiveId" clId="{539C6FA0-F84E-4B39-A3A5-84203512A6BB}" dt="2026-08-30T04:20:55.204" v="13012"/>
          <ac:spMkLst>
            <pc:docMk/>
            <pc:sldMk cId="2267548707" sldId="907"/>
            <ac:spMk id="11" creationId="{D71A64DD-9197-68D3-D45E-BE591F573214}"/>
          </ac:spMkLst>
        </pc:spChg>
        <pc:grpChg chg="mod">
          <ac:chgData name="태현 고" userId="e678494651c46122" providerId="LiveId" clId="{539C6FA0-F84E-4B39-A3A5-84203512A6BB}" dt="2026-08-30T04:20:55.204" v="13012"/>
          <ac:grpSpMkLst>
            <pc:docMk/>
            <pc:sldMk cId="2267548707" sldId="907"/>
            <ac:grpSpMk id="9" creationId="{65028D8B-B2A1-9569-F62C-68CDA6C1958E}"/>
          </ac:grpSpMkLst>
        </pc:grpChg>
      </pc:sldChg>
      <pc:sldChg chg="addSp modSp add mod ord modNotesTx">
        <pc:chgData name="태현 고" userId="e678494651c46122" providerId="LiveId" clId="{539C6FA0-F84E-4B39-A3A5-84203512A6BB}" dt="2026-08-30T10:25:58.606" v="14985" actId="114"/>
        <pc:sldMkLst>
          <pc:docMk/>
          <pc:sldMk cId="1439316244" sldId="908"/>
        </pc:sldMkLst>
        <pc:spChg chg="mod">
          <ac:chgData name="태현 고" userId="e678494651c46122" providerId="LiveId" clId="{539C6FA0-F84E-4B39-A3A5-84203512A6BB}" dt="2026-08-30T04:24:42.928" v="13081"/>
          <ac:spMkLst>
            <pc:docMk/>
            <pc:sldMk cId="1439316244" sldId="908"/>
            <ac:spMk id="8" creationId="{9B1ADE97-92B5-56B6-A46F-D358B2DA87DF}"/>
          </ac:spMkLst>
        </pc:spChg>
        <pc:spChg chg="mod">
          <ac:chgData name="태현 고" userId="e678494651c46122" providerId="LiveId" clId="{539C6FA0-F84E-4B39-A3A5-84203512A6BB}" dt="2026-08-30T04:25:04.402" v="13144" actId="20577"/>
          <ac:spMkLst>
            <pc:docMk/>
            <pc:sldMk cId="1439316244" sldId="908"/>
            <ac:spMk id="10" creationId="{18AB7938-13FB-B0B2-9A6C-A66EAE1EE23C}"/>
          </ac:spMkLst>
        </pc:spChg>
        <pc:graphicFrameChg chg="add mod modGraphic">
          <ac:chgData name="태현 고" userId="e678494651c46122" providerId="LiveId" clId="{539C6FA0-F84E-4B39-A3A5-84203512A6BB}" dt="2026-08-30T10:25:58.606" v="14985" actId="114"/>
          <ac:graphicFrameMkLst>
            <pc:docMk/>
            <pc:sldMk cId="1439316244" sldId="908"/>
            <ac:graphicFrameMk id="2" creationId="{3276C78D-340F-BFCF-0411-9C448C0BEDBA}"/>
          </ac:graphicFrameMkLst>
        </pc:graphicFrameChg>
      </pc:sldChg>
      <pc:sldChg chg="addSp delSp modSp add mod ord modNotesTx">
        <pc:chgData name="태현 고" userId="e678494651c46122" providerId="LiveId" clId="{539C6FA0-F84E-4B39-A3A5-84203512A6BB}" dt="2026-08-30T10:19:25.687" v="14933" actId="20577"/>
        <pc:sldMkLst>
          <pc:docMk/>
          <pc:sldMk cId="1524624709" sldId="909"/>
        </pc:sldMkLst>
        <pc:spChg chg="add del mod">
          <ac:chgData name="태현 고" userId="e678494651c46122" providerId="LiveId" clId="{539C6FA0-F84E-4B39-A3A5-84203512A6BB}" dt="2026-08-30T10:15:12.203" v="14835" actId="21"/>
          <ac:spMkLst>
            <pc:docMk/>
            <pc:sldMk cId="1524624709" sldId="909"/>
            <ac:spMk id="2" creationId="{C19E182B-8230-17A8-B151-0E3F3FBF5F3B}"/>
          </ac:spMkLst>
        </pc:spChg>
        <pc:spChg chg="add del mod">
          <ac:chgData name="태현 고" userId="e678494651c46122" providerId="LiveId" clId="{539C6FA0-F84E-4B39-A3A5-84203512A6BB}" dt="2026-08-30T10:19:13.837" v="14930" actId="1076"/>
          <ac:spMkLst>
            <pc:docMk/>
            <pc:sldMk cId="1524624709" sldId="909"/>
            <ac:spMk id="3" creationId="{86BB87F3-8947-E0FB-AD06-AA29F816120E}"/>
          </ac:spMkLst>
        </pc:spChg>
        <pc:spChg chg="add del">
          <ac:chgData name="태현 고" userId="e678494651c46122" providerId="LiveId" clId="{539C6FA0-F84E-4B39-A3A5-84203512A6BB}" dt="2026-08-30T10:15:12.203" v="14835" actId="21"/>
          <ac:spMkLst>
            <pc:docMk/>
            <pc:sldMk cId="1524624709" sldId="909"/>
            <ac:spMk id="4" creationId="{4E5B390A-D9DE-8D20-9F79-751706B1CED6}"/>
          </ac:spMkLst>
        </pc:spChg>
        <pc:spChg chg="add del mod">
          <ac:chgData name="태현 고" userId="e678494651c46122" providerId="LiveId" clId="{539C6FA0-F84E-4B39-A3A5-84203512A6BB}" dt="2026-08-30T10:15:38.250" v="14847"/>
          <ac:spMkLst>
            <pc:docMk/>
            <pc:sldMk cId="1524624709" sldId="909"/>
            <ac:spMk id="5" creationId="{12F567B3-FCC8-3158-F11B-33A2A44C06A8}"/>
          </ac:spMkLst>
        </pc:spChg>
        <pc:spChg chg="add del mod">
          <ac:chgData name="태현 고" userId="e678494651c46122" providerId="LiveId" clId="{539C6FA0-F84E-4B39-A3A5-84203512A6BB}" dt="2026-08-30T10:15:12.203" v="14835" actId="21"/>
          <ac:spMkLst>
            <pc:docMk/>
            <pc:sldMk cId="1524624709" sldId="909"/>
            <ac:spMk id="7" creationId="{105CA16F-D41F-44B6-FC0B-D03B6401A1A1}"/>
          </ac:spMkLst>
        </pc:spChg>
        <pc:spChg chg="add del">
          <ac:chgData name="태현 고" userId="e678494651c46122" providerId="LiveId" clId="{539C6FA0-F84E-4B39-A3A5-84203512A6BB}" dt="2026-08-30T04:33:54.204" v="13350" actId="22"/>
          <ac:spMkLst>
            <pc:docMk/>
            <pc:sldMk cId="1524624709" sldId="909"/>
            <ac:spMk id="7" creationId="{63D4CC4B-DC6E-948C-9C9B-CE460456F681}"/>
          </ac:spMkLst>
        </pc:spChg>
        <pc:spChg chg="add del mod">
          <ac:chgData name="태현 고" userId="e678494651c46122" providerId="LiveId" clId="{539C6FA0-F84E-4B39-A3A5-84203512A6BB}" dt="2026-08-30T10:15:12.203" v="14835" actId="21"/>
          <ac:spMkLst>
            <pc:docMk/>
            <pc:sldMk cId="1524624709" sldId="909"/>
            <ac:spMk id="8" creationId="{17B359CD-89BF-5942-3B68-82EE4F5E3350}"/>
          </ac:spMkLst>
        </pc:spChg>
        <pc:spChg chg="add del mod topLvl">
          <ac:chgData name="태현 고" userId="e678494651c46122" providerId="LiveId" clId="{539C6FA0-F84E-4B39-A3A5-84203512A6BB}" dt="2026-08-30T04:33:04.156" v="13345" actId="113"/>
          <ac:spMkLst>
            <pc:docMk/>
            <pc:sldMk cId="1524624709" sldId="909"/>
            <ac:spMk id="10" creationId="{41EB6767-69E6-BDE6-6C11-6BD087B70685}"/>
          </ac:spMkLst>
        </pc:spChg>
        <pc:spChg chg="mod topLvl">
          <ac:chgData name="태현 고" userId="e678494651c46122" providerId="LiveId" clId="{539C6FA0-F84E-4B39-A3A5-84203512A6BB}" dt="2026-08-30T04:33:02.526" v="13344"/>
          <ac:spMkLst>
            <pc:docMk/>
            <pc:sldMk cId="1524624709" sldId="909"/>
            <ac:spMk id="11" creationId="{F1AAD2B9-9686-842A-036E-DF6214CD3936}"/>
          </ac:spMkLst>
        </pc:spChg>
        <pc:spChg chg="add mod">
          <ac:chgData name="태현 고" userId="e678494651c46122" providerId="LiveId" clId="{539C6FA0-F84E-4B39-A3A5-84203512A6BB}" dt="2026-08-30T10:19:25.687" v="14933" actId="20577"/>
          <ac:spMkLst>
            <pc:docMk/>
            <pc:sldMk cId="1524624709" sldId="909"/>
            <ac:spMk id="13" creationId="{184B1960-A208-81FD-FBB6-3D0CE14184B8}"/>
          </ac:spMkLst>
        </pc:spChg>
        <pc:grpChg chg="add del mod">
          <ac:chgData name="태현 고" userId="e678494651c46122" providerId="LiveId" clId="{539C6FA0-F84E-4B39-A3A5-84203512A6BB}" dt="2026-08-30T10:15:12.203" v="14835" actId="21"/>
          <ac:grpSpMkLst>
            <pc:docMk/>
            <pc:sldMk cId="1524624709" sldId="909"/>
            <ac:grpSpMk id="9" creationId="{204B2AA5-8EF4-967A-F7C8-5CE10421C0CE}"/>
          </ac:grpSpMkLst>
        </pc:grpChg>
        <pc:picChg chg="add del mod">
          <ac:chgData name="태현 고" userId="e678494651c46122" providerId="LiveId" clId="{539C6FA0-F84E-4B39-A3A5-84203512A6BB}" dt="2026-08-30T04:32:50.462" v="13343" actId="478"/>
          <ac:picMkLst>
            <pc:docMk/>
            <pc:sldMk cId="1524624709" sldId="909"/>
            <ac:picMk id="3" creationId="{C3F67DA7-9278-8019-C2AF-B9427160D939}"/>
          </ac:picMkLst>
        </pc:picChg>
      </pc:sldChg>
      <pc:sldChg chg="addSp delSp modSp add mod ord">
        <pc:chgData name="태현 고" userId="e678494651c46122" providerId="LiveId" clId="{539C6FA0-F84E-4B39-A3A5-84203512A6BB}" dt="2026-08-30T04:29:49.395" v="13313" actId="14100"/>
        <pc:sldMkLst>
          <pc:docMk/>
          <pc:sldMk cId="1700717328" sldId="910"/>
        </pc:sldMkLst>
        <pc:spChg chg="mod">
          <ac:chgData name="태현 고" userId="e678494651c46122" providerId="LiveId" clId="{539C6FA0-F84E-4B39-A3A5-84203512A6BB}" dt="2026-08-30T04:27:58.604" v="13285" actId="20577"/>
          <ac:spMkLst>
            <pc:docMk/>
            <pc:sldMk cId="1700717328" sldId="910"/>
            <ac:spMk id="8" creationId="{9CC0874E-3604-65EE-7668-49E37DE37B8A}"/>
          </ac:spMkLst>
        </pc:spChg>
        <pc:spChg chg="mod">
          <ac:chgData name="태현 고" userId="e678494651c46122" providerId="LiveId" clId="{539C6FA0-F84E-4B39-A3A5-84203512A6BB}" dt="2026-08-07T05:25:52.130" v="11441" actId="20577"/>
          <ac:spMkLst>
            <pc:docMk/>
            <pc:sldMk cId="1700717328" sldId="910"/>
            <ac:spMk id="10" creationId="{9985C2F9-4FD7-9622-2F39-D959C4BE9A70}"/>
          </ac:spMkLst>
        </pc:spChg>
        <pc:graphicFrameChg chg="add mod">
          <ac:chgData name="태현 고" userId="e678494651c46122" providerId="LiveId" clId="{539C6FA0-F84E-4B39-A3A5-84203512A6BB}" dt="2026-08-30T04:29:17.097" v="13304"/>
          <ac:graphicFrameMkLst>
            <pc:docMk/>
            <pc:sldMk cId="1700717328" sldId="910"/>
            <ac:graphicFrameMk id="6" creationId="{FCAFE33C-8E61-BA7F-7BB4-ED7859CF1AE7}"/>
          </ac:graphicFrameMkLst>
        </pc:graphicFrameChg>
        <pc:picChg chg="add del mod">
          <ac:chgData name="태현 고" userId="e678494651c46122" providerId="LiveId" clId="{539C6FA0-F84E-4B39-A3A5-84203512A6BB}" dt="2026-08-30T04:28:13.072" v="13286" actId="478"/>
          <ac:picMkLst>
            <pc:docMk/>
            <pc:sldMk cId="1700717328" sldId="910"/>
            <ac:picMk id="3" creationId="{74367DAA-C495-5016-A5CA-0AF4572C2F85}"/>
          </ac:picMkLst>
        </pc:picChg>
        <pc:picChg chg="add mod modCrop">
          <ac:chgData name="태현 고" userId="e678494651c46122" providerId="LiveId" clId="{539C6FA0-F84E-4B39-A3A5-84203512A6BB}" dt="2026-08-30T04:29:49.395" v="13313" actId="14100"/>
          <ac:picMkLst>
            <pc:docMk/>
            <pc:sldMk cId="1700717328" sldId="910"/>
            <ac:picMk id="5" creationId="{BF870753-49DA-2D8C-BE68-DB6FD14FD7E2}"/>
          </ac:picMkLst>
        </pc:picChg>
      </pc:sldChg>
      <pc:sldChg chg="add del">
        <pc:chgData name="태현 고" userId="e678494651c46122" providerId="LiveId" clId="{539C6FA0-F84E-4B39-A3A5-84203512A6BB}" dt="2026-08-30T04:27:45.066" v="13274" actId="47"/>
        <pc:sldMkLst>
          <pc:docMk/>
          <pc:sldMk cId="1457876261" sldId="911"/>
        </pc:sldMkLst>
      </pc:sldChg>
      <pc:sldChg chg="addSp delSp modSp add mod ord modNotesTx">
        <pc:chgData name="태현 고" userId="e678494651c46122" providerId="LiveId" clId="{539C6FA0-F84E-4B39-A3A5-84203512A6BB}" dt="2026-08-30T10:31:58.741" v="15026" actId="1582"/>
        <pc:sldMkLst>
          <pc:docMk/>
          <pc:sldMk cId="1038690119" sldId="912"/>
        </pc:sldMkLst>
        <pc:spChg chg="add mod">
          <ac:chgData name="태현 고" userId="e678494651c46122" providerId="LiveId" clId="{539C6FA0-F84E-4B39-A3A5-84203512A6BB}" dt="2026-08-30T10:31:58.741" v="15026" actId="1582"/>
          <ac:spMkLst>
            <pc:docMk/>
            <pc:sldMk cId="1038690119" sldId="912"/>
            <ac:spMk id="2" creationId="{E4D4C08B-7565-CE86-E49E-EAE23AD5C6FB}"/>
          </ac:spMkLst>
        </pc:spChg>
        <pc:spChg chg="mod">
          <ac:chgData name="태현 고" userId="e678494651c46122" providerId="LiveId" clId="{539C6FA0-F84E-4B39-A3A5-84203512A6BB}" dt="2026-08-30T04:32:07.716" v="13340" actId="20577"/>
          <ac:spMkLst>
            <pc:docMk/>
            <pc:sldMk cId="1038690119" sldId="912"/>
            <ac:spMk id="8" creationId="{2D03E7C7-F5E7-A6D6-2284-B36A563295FB}"/>
          </ac:spMkLst>
        </pc:spChg>
        <pc:spChg chg="mod">
          <ac:chgData name="태현 고" userId="e678494651c46122" providerId="LiveId" clId="{539C6FA0-F84E-4B39-A3A5-84203512A6BB}" dt="2026-08-07T05:28:31.508" v="11544" actId="20577"/>
          <ac:spMkLst>
            <pc:docMk/>
            <pc:sldMk cId="1038690119" sldId="912"/>
            <ac:spMk id="10" creationId="{25A72FAE-6FF2-287A-05D2-757042838E32}"/>
          </ac:spMkLst>
        </pc:spChg>
        <pc:picChg chg="add mod">
          <ac:chgData name="태현 고" userId="e678494651c46122" providerId="LiveId" clId="{539C6FA0-F84E-4B39-A3A5-84203512A6BB}" dt="2026-08-30T04:37:30.320" v="13417" actId="1076"/>
          <ac:picMkLst>
            <pc:docMk/>
            <pc:sldMk cId="1038690119" sldId="912"/>
            <ac:picMk id="3" creationId="{26E000BB-09A6-7542-B717-D40B84FA900B}"/>
          </ac:picMkLst>
        </pc:picChg>
        <pc:picChg chg="add del mod">
          <ac:chgData name="태현 고" userId="e678494651c46122" providerId="LiveId" clId="{539C6FA0-F84E-4B39-A3A5-84203512A6BB}" dt="2026-08-30T04:30:59.860" v="13325" actId="478"/>
          <ac:picMkLst>
            <pc:docMk/>
            <pc:sldMk cId="1038690119" sldId="912"/>
            <ac:picMk id="6" creationId="{EA0961E5-CEB0-044D-DCF7-57AF48A2142E}"/>
          </ac:picMkLst>
        </pc:picChg>
      </pc:sldChg>
      <pc:sldChg chg="modSp add mod ord modNotesTx">
        <pc:chgData name="태현 고" userId="e678494651c46122" providerId="LiveId" clId="{539C6FA0-F84E-4B39-A3A5-84203512A6BB}" dt="2026-08-30T08:07:43.541" v="14640" actId="113"/>
        <pc:sldMkLst>
          <pc:docMk/>
          <pc:sldMk cId="517279407" sldId="913"/>
        </pc:sldMkLst>
        <pc:spChg chg="mod">
          <ac:chgData name="태현 고" userId="e678494651c46122" providerId="LiveId" clId="{539C6FA0-F84E-4B39-A3A5-84203512A6BB}" dt="2026-08-30T08:07:43.541" v="14640" actId="113"/>
          <ac:spMkLst>
            <pc:docMk/>
            <pc:sldMk cId="517279407" sldId="913"/>
            <ac:spMk id="3" creationId="{78CB0E01-C0F5-047E-ED7E-358B47AAE509}"/>
          </ac:spMkLst>
        </pc:spChg>
        <pc:spChg chg="mod">
          <ac:chgData name="태현 고" userId="e678494651c46122" providerId="LiveId" clId="{539C6FA0-F84E-4B39-A3A5-84203512A6BB}" dt="2026-08-30T02:59:18.851" v="12121"/>
          <ac:spMkLst>
            <pc:docMk/>
            <pc:sldMk cId="517279407" sldId="913"/>
            <ac:spMk id="8" creationId="{DC3E6A67-0470-6422-394C-60DFB18FEB4B}"/>
          </ac:spMkLst>
        </pc:spChg>
        <pc:spChg chg="mod">
          <ac:chgData name="태현 고" userId="e678494651c46122" providerId="LiveId" clId="{539C6FA0-F84E-4B39-A3A5-84203512A6BB}" dt="2026-08-30T02:55:11.177" v="12057" actId="20577"/>
          <ac:spMkLst>
            <pc:docMk/>
            <pc:sldMk cId="517279407" sldId="913"/>
            <ac:spMk id="10" creationId="{D7C58654-ED7E-B87E-0959-C491A77A9D18}"/>
          </ac:spMkLst>
        </pc:spChg>
      </pc:sldChg>
      <pc:sldChg chg="addSp modSp add mod modNotesTx">
        <pc:chgData name="태현 고" userId="e678494651c46122" providerId="LiveId" clId="{539C6FA0-F84E-4B39-A3A5-84203512A6BB}" dt="2026-08-30T10:32:58.352" v="15068" actId="20577"/>
        <pc:sldMkLst>
          <pc:docMk/>
          <pc:sldMk cId="2705514095" sldId="914"/>
        </pc:sldMkLst>
        <pc:spChg chg="mod">
          <ac:chgData name="태현 고" userId="e678494651c46122" providerId="LiveId" clId="{539C6FA0-F84E-4B39-A3A5-84203512A6BB}" dt="2026-08-30T05:57:57.736" v="13605" actId="20577"/>
          <ac:spMkLst>
            <pc:docMk/>
            <pc:sldMk cId="2705514095" sldId="914"/>
            <ac:spMk id="3" creationId="{EE174020-35F6-5FB7-B53A-8648805E6C4D}"/>
          </ac:spMkLst>
        </pc:spChg>
        <pc:spChg chg="add">
          <ac:chgData name="태현 고" userId="e678494651c46122" providerId="LiveId" clId="{539C6FA0-F84E-4B39-A3A5-84203512A6BB}" dt="2026-08-30T03:01:04.479" v="12162" actId="22"/>
          <ac:spMkLst>
            <pc:docMk/>
            <pc:sldMk cId="2705514095" sldId="914"/>
            <ac:spMk id="5" creationId="{89169BF1-10E1-73C6-C11C-4D2A9F3F788F}"/>
          </ac:spMkLst>
        </pc:spChg>
        <pc:spChg chg="mod">
          <ac:chgData name="태현 고" userId="e678494651c46122" providerId="LiveId" clId="{539C6FA0-F84E-4B39-A3A5-84203512A6BB}" dt="2026-08-30T03:00:43.197" v="12158" actId="20577"/>
          <ac:spMkLst>
            <pc:docMk/>
            <pc:sldMk cId="2705514095" sldId="914"/>
            <ac:spMk id="10" creationId="{EBEEB8EA-19D3-9013-F39F-722AB791B90C}"/>
          </ac:spMkLst>
        </pc:spChg>
      </pc:sldChg>
      <pc:sldChg chg="add del">
        <pc:chgData name="태현 고" userId="e678494651c46122" providerId="LiveId" clId="{539C6FA0-F84E-4B39-A3A5-84203512A6BB}" dt="2026-08-30T03:00:55.054" v="12161"/>
        <pc:sldMkLst>
          <pc:docMk/>
          <pc:sldMk cId="1160051375" sldId="915"/>
        </pc:sldMkLst>
      </pc:sldChg>
      <pc:sldChg chg="addSp modSp add mod modNotesTx">
        <pc:chgData name="태현 고" userId="e678494651c46122" providerId="LiveId" clId="{539C6FA0-F84E-4B39-A3A5-84203512A6BB}" dt="2026-08-30T08:14:36.977" v="14735" actId="255"/>
        <pc:sldMkLst>
          <pc:docMk/>
          <pc:sldMk cId="1252799732" sldId="915"/>
        </pc:sldMkLst>
        <pc:spChg chg="mod">
          <ac:chgData name="태현 고" userId="e678494651c46122" providerId="LiveId" clId="{539C6FA0-F84E-4B39-A3A5-84203512A6BB}" dt="2026-08-30T05:49:48.108" v="13510" actId="14100"/>
          <ac:spMkLst>
            <pc:docMk/>
            <pc:sldMk cId="1252799732" sldId="915"/>
            <ac:spMk id="3" creationId="{0093E8BC-9528-8C8B-8F18-B96D9499362C}"/>
          </ac:spMkLst>
        </pc:spChg>
        <pc:spChg chg="add mod">
          <ac:chgData name="태현 고" userId="e678494651c46122" providerId="LiveId" clId="{539C6FA0-F84E-4B39-A3A5-84203512A6BB}" dt="2026-08-30T08:14:18.412" v="14722" actId="1076"/>
          <ac:spMkLst>
            <pc:docMk/>
            <pc:sldMk cId="1252799732" sldId="915"/>
            <ac:spMk id="5" creationId="{92D3C447-6B8B-2E00-00FF-3DF2E11E81EE}"/>
          </ac:spMkLst>
        </pc:spChg>
        <pc:spChg chg="add mod">
          <ac:chgData name="태현 고" userId="e678494651c46122" providerId="LiveId" clId="{539C6FA0-F84E-4B39-A3A5-84203512A6BB}" dt="2026-08-30T08:14:36.977" v="14735" actId="255"/>
          <ac:spMkLst>
            <pc:docMk/>
            <pc:sldMk cId="1252799732" sldId="915"/>
            <ac:spMk id="6" creationId="{8DCDCFCC-D128-0659-33D1-AB8F0F761879}"/>
          </ac:spMkLst>
        </pc:spChg>
        <pc:spChg chg="mod">
          <ac:chgData name="태현 고" userId="e678494651c46122" providerId="LiveId" clId="{539C6FA0-F84E-4B39-A3A5-84203512A6BB}" dt="2026-08-30T03:02:48.585" v="12242" actId="20577"/>
          <ac:spMkLst>
            <pc:docMk/>
            <pc:sldMk cId="1252799732" sldId="915"/>
            <ac:spMk id="10" creationId="{37A733CE-2176-7780-A596-33DF376D5756}"/>
          </ac:spMkLst>
        </pc:spChg>
      </pc:sldChg>
      <pc:sldChg chg="addSp delSp modSp add mod modNotesTx">
        <pc:chgData name="태현 고" userId="e678494651c46122" providerId="LiveId" clId="{539C6FA0-F84E-4B39-A3A5-84203512A6BB}" dt="2026-08-30T10:11:19.187" v="14807" actId="20577"/>
        <pc:sldMkLst>
          <pc:docMk/>
          <pc:sldMk cId="1071484227" sldId="916"/>
        </pc:sldMkLst>
        <pc:spChg chg="add del">
          <ac:chgData name="태현 고" userId="e678494651c46122" providerId="LiveId" clId="{539C6FA0-F84E-4B39-A3A5-84203512A6BB}" dt="2026-08-30T03:51:09.422" v="12663" actId="22"/>
          <ac:spMkLst>
            <pc:docMk/>
            <pc:sldMk cId="1071484227" sldId="916"/>
            <ac:spMk id="3" creationId="{2FE7C173-A4AE-81EC-5DC5-523F2BDB30F8}"/>
          </ac:spMkLst>
        </pc:spChg>
        <pc:spChg chg="add mod">
          <ac:chgData name="태현 고" userId="e678494651c46122" providerId="LiveId" clId="{539C6FA0-F84E-4B39-A3A5-84203512A6BB}" dt="2026-08-30T07:30:06.285" v="14490" actId="14100"/>
          <ac:spMkLst>
            <pc:docMk/>
            <pc:sldMk cId="1071484227" sldId="916"/>
            <ac:spMk id="3" creationId="{56D8C2F5-77AD-6731-802B-6DD44132DD4A}"/>
          </ac:spMkLst>
        </pc:spChg>
        <pc:spChg chg="mod">
          <ac:chgData name="태현 고" userId="e678494651c46122" providerId="LiveId" clId="{539C6FA0-F84E-4B39-A3A5-84203512A6BB}" dt="2026-08-30T05:51:34.398" v="13531" actId="20577"/>
          <ac:spMkLst>
            <pc:docMk/>
            <pc:sldMk cId="1071484227" sldId="916"/>
            <ac:spMk id="10" creationId="{6E8DAB4A-C770-0631-B96B-C8615A8663E7}"/>
          </ac:spMkLst>
        </pc:spChg>
        <pc:spChg chg="mod">
          <ac:chgData name="태현 고" userId="e678494651c46122" providerId="LiveId" clId="{539C6FA0-F84E-4B39-A3A5-84203512A6BB}" dt="2026-08-30T03:50:10.888" v="12627"/>
          <ac:spMkLst>
            <pc:docMk/>
            <pc:sldMk cId="1071484227" sldId="916"/>
            <ac:spMk id="11" creationId="{096DE803-1152-7A80-D1D8-8FB51005AE5E}"/>
          </ac:spMkLst>
        </pc:spChg>
        <pc:spChg chg="add del">
          <ac:chgData name="태현 고" userId="e678494651c46122" providerId="LiveId" clId="{539C6FA0-F84E-4B39-A3A5-84203512A6BB}" dt="2026-08-30T03:54:28.802" v="12686" actId="22"/>
          <ac:spMkLst>
            <pc:docMk/>
            <pc:sldMk cId="1071484227" sldId="916"/>
            <ac:spMk id="16" creationId="{C1A90BF9-3590-816F-3DE8-07D2014C5A95}"/>
          </ac:spMkLst>
        </pc:spChg>
        <pc:spChg chg="add mod">
          <ac:chgData name="태현 고" userId="e678494651c46122" providerId="LiveId" clId="{539C6FA0-F84E-4B39-A3A5-84203512A6BB}" dt="2026-08-30T10:11:19.187" v="14807" actId="20577"/>
          <ac:spMkLst>
            <pc:docMk/>
            <pc:sldMk cId="1071484227" sldId="916"/>
            <ac:spMk id="19" creationId="{6E3AD1AB-C5D1-350D-5840-DBFF801E5EE1}"/>
          </ac:spMkLst>
        </pc:spChg>
        <pc:spChg chg="add del mod">
          <ac:chgData name="태현 고" userId="e678494651c46122" providerId="LiveId" clId="{539C6FA0-F84E-4B39-A3A5-84203512A6BB}" dt="2026-08-30T08:17:38.124" v="14750" actId="478"/>
          <ac:spMkLst>
            <pc:docMk/>
            <pc:sldMk cId="1071484227" sldId="916"/>
            <ac:spMk id="21" creationId="{DE21BE90-7AAC-6FFA-73B1-5273CD0943E1}"/>
          </ac:spMkLst>
        </pc:spChg>
        <pc:spChg chg="add del">
          <ac:chgData name="태현 고" userId="e678494651c46122" providerId="LiveId" clId="{539C6FA0-F84E-4B39-A3A5-84203512A6BB}" dt="2026-08-30T03:58:21.912" v="12794" actId="22"/>
          <ac:spMkLst>
            <pc:docMk/>
            <pc:sldMk cId="1071484227" sldId="916"/>
            <ac:spMk id="23" creationId="{D4A15B26-B1CC-9C9A-8E32-9A6D955CAEF0}"/>
          </ac:spMkLst>
        </pc:spChg>
        <pc:grpChg chg="mod">
          <ac:chgData name="태현 고" userId="e678494651c46122" providerId="LiveId" clId="{539C6FA0-F84E-4B39-A3A5-84203512A6BB}" dt="2026-08-30T03:50:10.888" v="12627"/>
          <ac:grpSpMkLst>
            <pc:docMk/>
            <pc:sldMk cId="1071484227" sldId="916"/>
            <ac:grpSpMk id="9" creationId="{E6B9985C-7B86-D6B3-AA0D-33A7750A3905}"/>
          </ac:grpSpMkLst>
        </pc:grpChg>
        <pc:picChg chg="add del mod modCrop">
          <ac:chgData name="태현 고" userId="e678494651c46122" providerId="LiveId" clId="{539C6FA0-F84E-4B39-A3A5-84203512A6BB}" dt="2026-08-30T03:51:47.206" v="12677" actId="478"/>
          <ac:picMkLst>
            <pc:docMk/>
            <pc:sldMk cId="1071484227" sldId="916"/>
            <ac:picMk id="6" creationId="{7D7E830C-648F-4E5A-8FE0-A65D9CEE120F}"/>
          </ac:picMkLst>
        </pc:picChg>
        <pc:picChg chg="add del mod">
          <ac:chgData name="태현 고" userId="e678494651c46122" providerId="LiveId" clId="{539C6FA0-F84E-4B39-A3A5-84203512A6BB}" dt="2026-08-30T03:53:20.953" v="12682" actId="478"/>
          <ac:picMkLst>
            <pc:docMk/>
            <pc:sldMk cId="1071484227" sldId="916"/>
            <ac:picMk id="12" creationId="{9FB35070-7CCD-555B-DD29-AE853B13707F}"/>
          </ac:picMkLst>
        </pc:picChg>
        <pc:picChg chg="add del">
          <ac:chgData name="태현 고" userId="e678494651c46122" providerId="LiveId" clId="{539C6FA0-F84E-4B39-A3A5-84203512A6BB}" dt="2026-08-30T03:53:49.511" v="12684" actId="22"/>
          <ac:picMkLst>
            <pc:docMk/>
            <pc:sldMk cId="1071484227" sldId="916"/>
            <ac:picMk id="14" creationId="{7799B9F1-E51C-51C9-A86A-3BD01AC7D49C}"/>
          </ac:picMkLst>
        </pc:picChg>
        <pc:picChg chg="add mod modCrop">
          <ac:chgData name="태현 고" userId="e678494651c46122" providerId="LiveId" clId="{539C6FA0-F84E-4B39-A3A5-84203512A6BB}" dt="2026-08-30T08:17:42.473" v="14751" actId="14100"/>
          <ac:picMkLst>
            <pc:docMk/>
            <pc:sldMk cId="1071484227" sldId="916"/>
            <ac:picMk id="18" creationId="{C6252414-CB95-1E11-8696-1466FCC74825}"/>
          </ac:picMkLst>
        </pc:picChg>
      </pc:sldChg>
      <pc:sldChg chg="addSp delSp modSp add mod">
        <pc:chgData name="태현 고" userId="e678494651c46122" providerId="LiveId" clId="{539C6FA0-F84E-4B39-A3A5-84203512A6BB}" dt="2026-08-30T10:10:44.756" v="14795"/>
        <pc:sldMkLst>
          <pc:docMk/>
          <pc:sldMk cId="989266230" sldId="917"/>
        </pc:sldMkLst>
        <pc:spChg chg="add mod">
          <ac:chgData name="태현 고" userId="e678494651c46122" providerId="LiveId" clId="{539C6FA0-F84E-4B39-A3A5-84203512A6BB}" dt="2026-08-30T10:10:44.756" v="14795"/>
          <ac:spMkLst>
            <pc:docMk/>
            <pc:sldMk cId="989266230" sldId="917"/>
            <ac:spMk id="5" creationId="{572AE4DE-E993-5F78-4256-C40A2DAB44DC}"/>
          </ac:spMkLst>
        </pc:spChg>
        <pc:spChg chg="add del mod">
          <ac:chgData name="태현 고" userId="e678494651c46122" providerId="LiveId" clId="{539C6FA0-F84E-4B39-A3A5-84203512A6BB}" dt="2026-08-30T08:18:02.847" v="14755" actId="478"/>
          <ac:spMkLst>
            <pc:docMk/>
            <pc:sldMk cId="989266230" sldId="917"/>
            <ac:spMk id="6" creationId="{9F31530D-4206-DF53-3E3E-FC3479F01008}"/>
          </ac:spMkLst>
        </pc:spChg>
        <pc:spChg chg="mod">
          <ac:chgData name="태현 고" userId="e678494651c46122" providerId="LiveId" clId="{539C6FA0-F84E-4B39-A3A5-84203512A6BB}" dt="2026-08-30T05:51:41.135" v="13538" actId="20577"/>
          <ac:spMkLst>
            <pc:docMk/>
            <pc:sldMk cId="989266230" sldId="917"/>
            <ac:spMk id="10" creationId="{170D3860-157B-6317-CA0F-56687E2EF540}"/>
          </ac:spMkLst>
        </pc:spChg>
        <pc:spChg chg="add del mod">
          <ac:chgData name="태현 고" userId="e678494651c46122" providerId="LiveId" clId="{539C6FA0-F84E-4B39-A3A5-84203512A6BB}" dt="2026-08-30T08:20:04.010" v="14759" actId="478"/>
          <ac:spMkLst>
            <pc:docMk/>
            <pc:sldMk cId="989266230" sldId="917"/>
            <ac:spMk id="12" creationId="{09730AA6-2BB4-EE50-C602-D230E2C05A51}"/>
          </ac:spMkLst>
        </pc:spChg>
        <pc:spChg chg="add del mod">
          <ac:chgData name="태현 고" userId="e678494651c46122" providerId="LiveId" clId="{539C6FA0-F84E-4B39-A3A5-84203512A6BB}" dt="2026-08-30T08:19:56.464" v="14756" actId="478"/>
          <ac:spMkLst>
            <pc:docMk/>
            <pc:sldMk cId="989266230" sldId="917"/>
            <ac:spMk id="19" creationId="{DEF5A812-CC3B-1856-5655-27EC7B466F1D}"/>
          </ac:spMkLst>
        </pc:spChg>
        <pc:spChg chg="del">
          <ac:chgData name="태현 고" userId="e678494651c46122" providerId="LiveId" clId="{539C6FA0-F84E-4B39-A3A5-84203512A6BB}" dt="2026-08-30T04:00:50.309" v="12861" actId="478"/>
          <ac:spMkLst>
            <pc:docMk/>
            <pc:sldMk cId="989266230" sldId="917"/>
            <ac:spMk id="21" creationId="{6136B065-427B-EEFC-0C1C-8B720254045B}"/>
          </ac:spMkLst>
        </pc:spChg>
        <pc:picChg chg="add mod modCrop">
          <ac:chgData name="태현 고" userId="e678494651c46122" providerId="LiveId" clId="{539C6FA0-F84E-4B39-A3A5-84203512A6BB}" dt="2026-08-30T04:01:07.336" v="12867" actId="14100"/>
          <ac:picMkLst>
            <pc:docMk/>
            <pc:sldMk cId="989266230" sldId="917"/>
            <ac:picMk id="3" creationId="{E0F9E628-29DF-5B26-053E-468EBD3C6EAE}"/>
          </ac:picMkLst>
        </pc:picChg>
        <pc:picChg chg="del">
          <ac:chgData name="태현 고" userId="e678494651c46122" providerId="LiveId" clId="{539C6FA0-F84E-4B39-A3A5-84203512A6BB}" dt="2026-08-30T03:59:18.045" v="12850" actId="478"/>
          <ac:picMkLst>
            <pc:docMk/>
            <pc:sldMk cId="989266230" sldId="917"/>
            <ac:picMk id="18" creationId="{FE8DC284-8013-47C1-4775-58525C1D942C}"/>
          </ac:picMkLst>
        </pc:picChg>
      </pc:sldChg>
      <pc:sldChg chg="addSp delSp modSp add mod modNotesTx">
        <pc:chgData name="태현 고" userId="e678494651c46122" providerId="LiveId" clId="{539C6FA0-F84E-4B39-A3A5-84203512A6BB}" dt="2026-08-30T10:14:05.146" v="14824" actId="20577"/>
        <pc:sldMkLst>
          <pc:docMk/>
          <pc:sldMk cId="3813292416" sldId="918"/>
        </pc:sldMkLst>
        <pc:spChg chg="add mod">
          <ac:chgData name="태현 고" userId="e678494651c46122" providerId="LiveId" clId="{539C6FA0-F84E-4B39-A3A5-84203512A6BB}" dt="2026-08-30T10:13:16.664" v="14819" actId="5793"/>
          <ac:spMkLst>
            <pc:docMk/>
            <pc:sldMk cId="3813292416" sldId="918"/>
            <ac:spMk id="3" creationId="{C410C289-9B6A-FDB1-2878-C92063834489}"/>
          </ac:spMkLst>
        </pc:spChg>
        <pc:spChg chg="del">
          <ac:chgData name="태현 고" userId="e678494651c46122" providerId="LiveId" clId="{539C6FA0-F84E-4B39-A3A5-84203512A6BB}" dt="2026-08-30T04:03:06.160" v="12910" actId="478"/>
          <ac:spMkLst>
            <pc:docMk/>
            <pc:sldMk cId="3813292416" sldId="918"/>
            <ac:spMk id="6" creationId="{79D293C4-6FD7-23B1-05E1-BDFF1BCC67D5}"/>
          </ac:spMkLst>
        </pc:spChg>
        <pc:spChg chg="mod">
          <ac:chgData name="태현 고" userId="e678494651c46122" providerId="LiveId" clId="{539C6FA0-F84E-4B39-A3A5-84203512A6BB}" dt="2026-08-30T05:51:48.919" v="13549" actId="20577"/>
          <ac:spMkLst>
            <pc:docMk/>
            <pc:sldMk cId="3813292416" sldId="918"/>
            <ac:spMk id="10" creationId="{1B6C7280-D6C4-5A2F-9380-571603AFA47B}"/>
          </ac:spMkLst>
        </pc:spChg>
        <pc:spChg chg="del">
          <ac:chgData name="태현 고" userId="e678494651c46122" providerId="LiveId" clId="{539C6FA0-F84E-4B39-A3A5-84203512A6BB}" dt="2026-08-30T04:03:12.138" v="12912" actId="478"/>
          <ac:spMkLst>
            <pc:docMk/>
            <pc:sldMk cId="3813292416" sldId="918"/>
            <ac:spMk id="12" creationId="{8AE9D689-74AF-FCE3-2C50-02F2360D801B}"/>
          </ac:spMkLst>
        </pc:spChg>
        <pc:spChg chg="add del mod">
          <ac:chgData name="태현 고" userId="e678494651c46122" providerId="LiveId" clId="{539C6FA0-F84E-4B39-A3A5-84203512A6BB}" dt="2026-08-30T10:12:50.239" v="14810" actId="478"/>
          <ac:spMkLst>
            <pc:docMk/>
            <pc:sldMk cId="3813292416" sldId="918"/>
            <ac:spMk id="13" creationId="{0207A315-5228-7A57-76FF-8FE77E687C01}"/>
          </ac:spMkLst>
        </pc:spChg>
        <pc:spChg chg="add del mod">
          <ac:chgData name="태현 고" userId="e678494651c46122" providerId="LiveId" clId="{539C6FA0-F84E-4B39-A3A5-84203512A6BB}" dt="2026-08-30T10:12:52.759" v="14811" actId="478"/>
          <ac:spMkLst>
            <pc:docMk/>
            <pc:sldMk cId="3813292416" sldId="918"/>
            <ac:spMk id="15" creationId="{9A590960-D17B-6F7A-2CB9-1348D4F69883}"/>
          </ac:spMkLst>
        </pc:spChg>
        <pc:spChg chg="add del mod">
          <ac:chgData name="태현 고" userId="e678494651c46122" providerId="LiveId" clId="{539C6FA0-F84E-4B39-A3A5-84203512A6BB}" dt="2026-08-30T10:12:47.589" v="14809" actId="478"/>
          <ac:spMkLst>
            <pc:docMk/>
            <pc:sldMk cId="3813292416" sldId="918"/>
            <ac:spMk id="17" creationId="{1BA91C1E-4FB9-F3A3-24B1-0C633BC6CE4F}"/>
          </ac:spMkLst>
        </pc:spChg>
        <pc:spChg chg="del">
          <ac:chgData name="태현 고" userId="e678494651c46122" providerId="LiveId" clId="{539C6FA0-F84E-4B39-A3A5-84203512A6BB}" dt="2026-08-30T04:03:09.366" v="12911" actId="478"/>
          <ac:spMkLst>
            <pc:docMk/>
            <pc:sldMk cId="3813292416" sldId="918"/>
            <ac:spMk id="19" creationId="{142F76D7-F14B-804B-3889-03528D79EF01}"/>
          </ac:spMkLst>
        </pc:spChg>
        <pc:spChg chg="add del">
          <ac:chgData name="태현 고" userId="e678494651c46122" providerId="LiveId" clId="{539C6FA0-F84E-4B39-A3A5-84203512A6BB}" dt="2026-08-30T04:04:22.908" v="12924" actId="22"/>
          <ac:spMkLst>
            <pc:docMk/>
            <pc:sldMk cId="3813292416" sldId="918"/>
            <ac:spMk id="20" creationId="{8B650C7D-6264-7A0A-A764-B13189B09BB8}"/>
          </ac:spMkLst>
        </pc:spChg>
        <pc:picChg chg="del">
          <ac:chgData name="태현 고" userId="e678494651c46122" providerId="LiveId" clId="{539C6FA0-F84E-4B39-A3A5-84203512A6BB}" dt="2026-08-30T04:02:25.986" v="12904" actId="478"/>
          <ac:picMkLst>
            <pc:docMk/>
            <pc:sldMk cId="3813292416" sldId="918"/>
            <ac:picMk id="3" creationId="{D02A1079-61A3-44BD-3527-D282CC3C78E9}"/>
          </ac:picMkLst>
        </pc:picChg>
        <pc:picChg chg="add mod modCrop">
          <ac:chgData name="태현 고" userId="e678494651c46122" providerId="LiveId" clId="{539C6FA0-F84E-4B39-A3A5-84203512A6BB}" dt="2026-08-30T04:03:16.915" v="12914" actId="14100"/>
          <ac:picMkLst>
            <pc:docMk/>
            <pc:sldMk cId="3813292416" sldId="918"/>
            <ac:picMk id="5" creationId="{851E9E7D-A817-583D-6C04-8F61CE2390BF}"/>
          </ac:picMkLst>
        </pc:picChg>
      </pc:sldChg>
      <pc:sldChg chg="addSp delSp modSp add mod">
        <pc:chgData name="태현 고" userId="e678494651c46122" providerId="LiveId" clId="{539C6FA0-F84E-4B39-A3A5-84203512A6BB}" dt="2026-08-30T10:13:47.285" v="14823" actId="14100"/>
        <pc:sldMkLst>
          <pc:docMk/>
          <pc:sldMk cId="1804748109" sldId="919"/>
        </pc:sldMkLst>
        <pc:spChg chg="add mod">
          <ac:chgData name="태현 고" userId="e678494651c46122" providerId="LiveId" clId="{539C6FA0-F84E-4B39-A3A5-84203512A6BB}" dt="2026-08-30T10:13:47.285" v="14823" actId="14100"/>
          <ac:spMkLst>
            <pc:docMk/>
            <pc:sldMk cId="1804748109" sldId="919"/>
            <ac:spMk id="7" creationId="{224EB2BA-B114-868B-F6FF-D9FEA80A1EE1}"/>
          </ac:spMkLst>
        </pc:spChg>
        <pc:spChg chg="mod">
          <ac:chgData name="태현 고" userId="e678494651c46122" providerId="LiveId" clId="{539C6FA0-F84E-4B39-A3A5-84203512A6BB}" dt="2026-08-30T05:51:53.152" v="13552" actId="20577"/>
          <ac:spMkLst>
            <pc:docMk/>
            <pc:sldMk cId="1804748109" sldId="919"/>
            <ac:spMk id="10" creationId="{4C35B874-BD10-A1CB-142A-B87B69B50226}"/>
          </ac:spMkLst>
        </pc:spChg>
        <pc:spChg chg="del">
          <ac:chgData name="태현 고" userId="e678494651c46122" providerId="LiveId" clId="{539C6FA0-F84E-4B39-A3A5-84203512A6BB}" dt="2026-08-30T04:05:38.926" v="12953" actId="478"/>
          <ac:spMkLst>
            <pc:docMk/>
            <pc:sldMk cId="1804748109" sldId="919"/>
            <ac:spMk id="13" creationId="{BE21B16B-51DB-AB37-6FBD-6E6BF0CF6103}"/>
          </ac:spMkLst>
        </pc:spChg>
        <pc:spChg chg="del">
          <ac:chgData name="태현 고" userId="e678494651c46122" providerId="LiveId" clId="{539C6FA0-F84E-4B39-A3A5-84203512A6BB}" dt="2026-08-30T04:05:40.989" v="12954" actId="478"/>
          <ac:spMkLst>
            <pc:docMk/>
            <pc:sldMk cId="1804748109" sldId="919"/>
            <ac:spMk id="15" creationId="{13337061-89DE-F21B-B200-37526EABB4BC}"/>
          </ac:spMkLst>
        </pc:spChg>
        <pc:spChg chg="del">
          <ac:chgData name="태현 고" userId="e678494651c46122" providerId="LiveId" clId="{539C6FA0-F84E-4B39-A3A5-84203512A6BB}" dt="2026-08-30T04:05:44.449" v="12955" actId="478"/>
          <ac:spMkLst>
            <pc:docMk/>
            <pc:sldMk cId="1804748109" sldId="919"/>
            <ac:spMk id="17" creationId="{865A3590-D53E-A573-4C12-9BCA16E4B232}"/>
          </ac:spMkLst>
        </pc:spChg>
        <pc:picChg chg="add mod modCrop">
          <ac:chgData name="태현 고" userId="e678494651c46122" providerId="LiveId" clId="{539C6FA0-F84E-4B39-A3A5-84203512A6BB}" dt="2026-08-30T06:47:52.686" v="13777" actId="14100"/>
          <ac:picMkLst>
            <pc:docMk/>
            <pc:sldMk cId="1804748109" sldId="919"/>
            <ac:picMk id="3" creationId="{4709BFAD-5A08-52E3-3516-90C3CEAB9492}"/>
          </ac:picMkLst>
        </pc:picChg>
        <pc:picChg chg="del">
          <ac:chgData name="태현 고" userId="e678494651c46122" providerId="LiveId" clId="{539C6FA0-F84E-4B39-A3A5-84203512A6BB}" dt="2026-08-30T04:05:22.780" v="12947" actId="478"/>
          <ac:picMkLst>
            <pc:docMk/>
            <pc:sldMk cId="1804748109" sldId="919"/>
            <ac:picMk id="5" creationId="{526D09D4-ABE3-13BE-E05F-088FE706866C}"/>
          </ac:picMkLst>
        </pc:picChg>
      </pc:sldChg>
      <pc:sldChg chg="delSp modSp add del mod">
        <pc:chgData name="태현 고" userId="e678494651c46122" providerId="LiveId" clId="{539C6FA0-F84E-4B39-A3A5-84203512A6BB}" dt="2026-08-30T04:27:42.501" v="13272" actId="47"/>
        <pc:sldMkLst>
          <pc:docMk/>
          <pc:sldMk cId="1709957022" sldId="920"/>
        </pc:sldMkLst>
        <pc:spChg chg="mod">
          <ac:chgData name="태현 고" userId="e678494651c46122" providerId="LiveId" clId="{539C6FA0-F84E-4B39-A3A5-84203512A6BB}" dt="2026-08-30T04:23:04.208" v="13066" actId="20577"/>
          <ac:spMkLst>
            <pc:docMk/>
            <pc:sldMk cId="1709957022" sldId="920"/>
            <ac:spMk id="3" creationId="{DC548DD6-8F0C-07DA-B765-881ECBF74057}"/>
          </ac:spMkLst>
        </pc:spChg>
        <pc:spChg chg="del">
          <ac:chgData name="태현 고" userId="e678494651c46122" providerId="LiveId" clId="{539C6FA0-F84E-4B39-A3A5-84203512A6BB}" dt="2026-08-30T04:23:08.255" v="13067" actId="478"/>
          <ac:spMkLst>
            <pc:docMk/>
            <pc:sldMk cId="1709957022" sldId="920"/>
            <ac:spMk id="6" creationId="{F769A680-7F72-A444-6360-A42A263E2217}"/>
          </ac:spMkLst>
        </pc:spChg>
        <pc:spChg chg="mod">
          <ac:chgData name="태현 고" userId="e678494651c46122" providerId="LiveId" clId="{539C6FA0-F84E-4B39-A3A5-84203512A6BB}" dt="2026-08-30T04:22:46.277" v="13055" actId="113"/>
          <ac:spMkLst>
            <pc:docMk/>
            <pc:sldMk cId="1709957022" sldId="920"/>
            <ac:spMk id="10" creationId="{9EC09FC9-4C24-B534-2985-3B67CD5D5A86}"/>
          </ac:spMkLst>
        </pc:spChg>
      </pc:sldChg>
      <pc:sldChg chg="addSp delSp modSp add mod modNotesTx">
        <pc:chgData name="태현 고" userId="e678494651c46122" providerId="LiveId" clId="{539C6FA0-F84E-4B39-A3A5-84203512A6BB}" dt="2026-08-30T10:17:34.280" v="14860" actId="20577"/>
        <pc:sldMkLst>
          <pc:docMk/>
          <pc:sldMk cId="2638471063" sldId="920"/>
        </pc:sldMkLst>
        <pc:picChg chg="add mod modCrop">
          <ac:chgData name="태현 고" userId="e678494651c46122" providerId="LiveId" clId="{539C6FA0-F84E-4B39-A3A5-84203512A6BB}" dt="2026-08-30T04:30:25.052" v="13324" actId="1076"/>
          <ac:picMkLst>
            <pc:docMk/>
            <pc:sldMk cId="2638471063" sldId="920"/>
            <ac:picMk id="3" creationId="{BAA5F12F-1EDB-5B78-88BF-48981EBB8060}"/>
          </ac:picMkLst>
        </pc:picChg>
        <pc:picChg chg="del">
          <ac:chgData name="태현 고" userId="e678494651c46122" providerId="LiveId" clId="{539C6FA0-F84E-4B39-A3A5-84203512A6BB}" dt="2026-08-30T04:29:29.581" v="13306" actId="478"/>
          <ac:picMkLst>
            <pc:docMk/>
            <pc:sldMk cId="2638471063" sldId="920"/>
            <ac:picMk id="5" creationId="{0E593FA3-6876-E756-F0A9-744AD794A5B1}"/>
          </ac:picMkLst>
        </pc:picChg>
      </pc:sldChg>
      <pc:sldChg chg="addSp delSp modSp add mod modNotesTx">
        <pc:chgData name="태현 고" userId="e678494651c46122" providerId="LiveId" clId="{539C6FA0-F84E-4B39-A3A5-84203512A6BB}" dt="2026-08-30T10:35:42.837" v="15070" actId="207"/>
        <pc:sldMkLst>
          <pc:docMk/>
          <pc:sldMk cId="1354476258" sldId="921"/>
        </pc:sldMkLst>
        <pc:spChg chg="add del">
          <ac:chgData name="태현 고" userId="e678494651c46122" providerId="LiveId" clId="{539C6FA0-F84E-4B39-A3A5-84203512A6BB}" dt="2026-08-30T04:35:20.711" v="13364" actId="22"/>
          <ac:spMkLst>
            <pc:docMk/>
            <pc:sldMk cId="1354476258" sldId="921"/>
            <ac:spMk id="3" creationId="{96A8941E-90BA-AC45-13CA-D70AAA64B802}"/>
          </ac:spMkLst>
        </pc:spChg>
        <pc:spChg chg="mod">
          <ac:chgData name="태현 고" userId="e678494651c46122" providerId="LiveId" clId="{539C6FA0-F84E-4B39-A3A5-84203512A6BB}" dt="2026-08-30T10:35:42.837" v="15070" actId="207"/>
          <ac:spMkLst>
            <pc:docMk/>
            <pc:sldMk cId="1354476258" sldId="921"/>
            <ac:spMk id="5" creationId="{9213D7F6-792C-486E-719A-63E448B61CA4}"/>
          </ac:spMkLst>
        </pc:spChg>
        <pc:spChg chg="mod">
          <ac:chgData name="태현 고" userId="e678494651c46122" providerId="LiveId" clId="{539C6FA0-F84E-4B39-A3A5-84203512A6BB}" dt="2026-08-30T04:34:33.099" v="13360" actId="113"/>
          <ac:spMkLst>
            <pc:docMk/>
            <pc:sldMk cId="1354476258" sldId="921"/>
            <ac:spMk id="10" creationId="{B93CAD1E-F224-4173-59D0-D1DDBE356E2E}"/>
          </ac:spMkLst>
        </pc:spChg>
        <pc:spChg chg="mod">
          <ac:chgData name="태현 고" userId="e678494651c46122" providerId="LiveId" clId="{539C6FA0-F84E-4B39-A3A5-84203512A6BB}" dt="2026-08-30T04:34:22.422" v="13353"/>
          <ac:spMkLst>
            <pc:docMk/>
            <pc:sldMk cId="1354476258" sldId="921"/>
            <ac:spMk id="11" creationId="{E65E18CF-8201-D60D-33E2-3929E3D2DEDF}"/>
          </ac:spMkLst>
        </pc:spChg>
        <pc:grpChg chg="mod">
          <ac:chgData name="태현 고" userId="e678494651c46122" providerId="LiveId" clId="{539C6FA0-F84E-4B39-A3A5-84203512A6BB}" dt="2026-08-30T04:34:22.422" v="13353"/>
          <ac:grpSpMkLst>
            <pc:docMk/>
            <pc:sldMk cId="1354476258" sldId="921"/>
            <ac:grpSpMk id="9" creationId="{701CC8F9-A482-EA36-D59B-A357050E9B46}"/>
          </ac:grpSpMkLst>
        </pc:grpChg>
      </pc:sldChg>
      <pc:sldChg chg="modSp add del mod">
        <pc:chgData name="태현 고" userId="e678494651c46122" providerId="LiveId" clId="{539C6FA0-F84E-4B39-A3A5-84203512A6BB}" dt="2026-08-30T04:27:44.031" v="13273" actId="47"/>
        <pc:sldMkLst>
          <pc:docMk/>
          <pc:sldMk cId="1380693910" sldId="921"/>
        </pc:sldMkLst>
        <pc:spChg chg="mod">
          <ac:chgData name="태현 고" userId="e678494651c46122" providerId="LiveId" clId="{539C6FA0-F84E-4B39-A3A5-84203512A6BB}" dt="2026-08-30T04:23:47.307" v="13076"/>
          <ac:spMkLst>
            <pc:docMk/>
            <pc:sldMk cId="1380693910" sldId="921"/>
            <ac:spMk id="3" creationId="{A0A4C894-E3CA-7150-1923-243CCE274041}"/>
          </ac:spMkLst>
        </pc:spChg>
        <pc:spChg chg="mod">
          <ac:chgData name="태현 고" userId="e678494651c46122" providerId="LiveId" clId="{539C6FA0-F84E-4B39-A3A5-84203512A6BB}" dt="2026-08-30T04:23:53.261" v="13078"/>
          <ac:spMkLst>
            <pc:docMk/>
            <pc:sldMk cId="1380693910" sldId="921"/>
            <ac:spMk id="6" creationId="{3B7B1B3B-EDFB-2158-8983-82BB539DE9AE}"/>
          </ac:spMkLst>
        </pc:spChg>
        <pc:spChg chg="mod">
          <ac:chgData name="태현 고" userId="e678494651c46122" providerId="LiveId" clId="{539C6FA0-F84E-4B39-A3A5-84203512A6BB}" dt="2026-08-30T04:23:34.134" v="13074" actId="113"/>
          <ac:spMkLst>
            <pc:docMk/>
            <pc:sldMk cId="1380693910" sldId="921"/>
            <ac:spMk id="10" creationId="{9532E83C-BB6F-4E1F-E85A-0987B5BE3489}"/>
          </ac:spMkLst>
        </pc:spChg>
      </pc:sldChg>
      <pc:sldChg chg="modSp add mod modNotesTx">
        <pc:chgData name="태현 고" userId="e678494651c46122" providerId="LiveId" clId="{539C6FA0-F84E-4B39-A3A5-84203512A6BB}" dt="2026-08-30T10:24:20.342" v="14983" actId="113"/>
        <pc:sldMkLst>
          <pc:docMk/>
          <pc:sldMk cId="3358597661" sldId="922"/>
        </pc:sldMkLst>
        <pc:spChg chg="mod">
          <ac:chgData name="태현 고" userId="e678494651c46122" providerId="LiveId" clId="{539C6FA0-F84E-4B39-A3A5-84203512A6BB}" dt="2026-08-30T10:24:20.342" v="14983" actId="113"/>
          <ac:spMkLst>
            <pc:docMk/>
            <pc:sldMk cId="3358597661" sldId="922"/>
            <ac:spMk id="5" creationId="{3C5F1FFE-583F-DF97-B57B-D5F43F11206A}"/>
          </ac:spMkLst>
        </pc:spChg>
        <pc:spChg chg="mod">
          <ac:chgData name="태현 고" userId="e678494651c46122" providerId="LiveId" clId="{539C6FA0-F84E-4B39-A3A5-84203512A6BB}" dt="2026-08-30T04:36:00.019" v="13375" actId="20577"/>
          <ac:spMkLst>
            <pc:docMk/>
            <pc:sldMk cId="3358597661" sldId="922"/>
            <ac:spMk id="10" creationId="{CE9F2D61-1491-753C-982C-B904B43D2D0C}"/>
          </ac:spMkLst>
        </pc:spChg>
      </pc:sldChg>
      <pc:sldChg chg="modSp add mod">
        <pc:chgData name="태현 고" userId="e678494651c46122" providerId="LiveId" clId="{539C6FA0-F84E-4B39-A3A5-84203512A6BB}" dt="2026-08-30T05:42:02.011" v="13445" actId="207"/>
        <pc:sldMkLst>
          <pc:docMk/>
          <pc:sldMk cId="3177196781" sldId="923"/>
        </pc:sldMkLst>
        <pc:spChg chg="mod">
          <ac:chgData name="태현 고" userId="e678494651c46122" providerId="LiveId" clId="{539C6FA0-F84E-4B39-A3A5-84203512A6BB}" dt="2026-08-30T05:42:02.011" v="13445" actId="207"/>
          <ac:spMkLst>
            <pc:docMk/>
            <pc:sldMk cId="3177196781" sldId="923"/>
            <ac:spMk id="10" creationId="{3FC79694-7221-74FF-F620-2FF38DD62926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0T07:13:23.6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23,'4755'0,"-4452"-11,2 0,2505 11,-2793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0T07:13:33.5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22,'7084'0,"-6934"-11,-57 2,-62 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0T07:13:53.40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46,'5914'0,"-5655"-22,-33 1,599 19,-410 4,4371-2,-4765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0T07:14:01.50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43,'0'-1,"0"0,1 0,-1 0,1 0,-1 0,1 0,0 0,-1 1,1-1,0 0,0 0,-1 1,1-1,0 0,0 1,0-1,0 1,0-1,0 1,0-1,0 1,0 0,0-1,0 1,0 0,0 0,0 0,1 0,38-4,-34 4,617-3,-316 6,2564-3,-2619-11,15 0,2587 13,-1500-3,-1098 12,-5 0,2977-12,-3206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0T07:14:50.391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0,'2131'0,"-1342"28,-6-1,5998-29,-6353-12,9 1,497 14,-868-6,-45-1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0T07:15:02.622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83,'1'-1,"-1"0,1-1,-1 1,1 0,0 0,-1 0,1 0,0 0,0 0,0 0,0 0,-1 1,1-1,0 0,0 0,1 1,-1-1,0 1,0-1,0 1,0-1,1 1,0-1,36-9,-33 9,59-9,0 3,0 2,69 5,-51-1,797-2,421-9,1212-1,-1549 16,924-3,-1861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135"/>
          </a:xfrm>
          <a:prstGeom prst="rect">
            <a:avLst/>
          </a:prstGeom>
        </p:spPr>
        <p:txBody>
          <a:bodyPr vert="horz" lIns="91432" tIns="45715" rIns="91432" bIns="45715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135"/>
          </a:xfrm>
          <a:prstGeom prst="rect">
            <a:avLst/>
          </a:prstGeom>
        </p:spPr>
        <p:txBody>
          <a:bodyPr vert="horz" lIns="91432" tIns="45715" rIns="91432" bIns="45715"/>
          <a:lstStyle>
            <a:lvl1pPr algn="r">
              <a:defRPr sz="1200"/>
            </a:lvl1pPr>
          </a:lstStyle>
          <a:p>
            <a:pPr lvl="0">
              <a:defRPr/>
            </a:pPr>
            <a:fld id="{D8A18A99-91F3-4739-9AF9-D3E54F5507E0}" type="datetime1">
              <a:rPr lang="ko-KR" altLang="en-US"/>
              <a:pPr lvl="0">
                <a:defRPr/>
              </a:pPr>
              <a:t>2026-08-30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5" rIns="91432" bIns="45715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32" tIns="45715" rIns="91432" bIns="45715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8134"/>
          </a:xfrm>
          <a:prstGeom prst="rect">
            <a:avLst/>
          </a:prstGeom>
        </p:spPr>
        <p:txBody>
          <a:bodyPr vert="horz" lIns="91432" tIns="45715" rIns="91432" bIns="45715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32" tIns="45715" rIns="91432" bIns="45715" anchor="b"/>
          <a:lstStyle>
            <a:lvl1pPr algn="r">
              <a:defRPr sz="1200"/>
            </a:lvl1pPr>
          </a:lstStyle>
          <a:p>
            <a:pPr lvl="0">
              <a:defRPr/>
            </a:pPr>
            <a:fld id="{EC9DA1BD-9844-4538-8BC0-05298B5B73B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4445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EC9DA1BD-9844-4538-8BC0-05298B5B73B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595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20205-6E53-7996-77A8-197EB4A79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E21E10-4E78-F64F-3DD4-EE133F5D1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632FD-B6E3-D7FC-1C62-6EEBB5F8E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교신저자 소개를 하자면</a:t>
            </a:r>
            <a:r>
              <a:rPr lang="en-US" altLang="ko-KR" dirty="0"/>
              <a:t>, </a:t>
            </a:r>
            <a:r>
              <a:rPr lang="ko-KR" altLang="en-US" dirty="0"/>
              <a:t>첫 번째 분은</a:t>
            </a:r>
            <a:r>
              <a:rPr lang="ko-KR" altLang="ko-KR" dirty="0"/>
              <a:t> </a:t>
            </a:r>
            <a:r>
              <a:rPr lang="ko-KR" altLang="ko-KR" dirty="0" err="1"/>
              <a:t>Zichao</a:t>
            </a:r>
            <a:r>
              <a:rPr lang="ko-KR" altLang="ko-KR" dirty="0"/>
              <a:t> </a:t>
            </a:r>
            <a:r>
              <a:rPr lang="ko-KR" altLang="ko-KR" dirty="0" err="1"/>
              <a:t>Yan으로</a:t>
            </a:r>
            <a:r>
              <a:rPr lang="ko-KR" altLang="ko-KR" dirty="0"/>
              <a:t>, </a:t>
            </a:r>
            <a:r>
              <a:rPr lang="ko-KR" altLang="ko-KR" dirty="0" err="1"/>
              <a:t>McGill</a:t>
            </a:r>
            <a:r>
              <a:rPr lang="ko-KR" altLang="ko-KR" dirty="0"/>
              <a:t> 대학교와 </a:t>
            </a:r>
            <a:r>
              <a:rPr lang="en-US" altLang="ko-KR" dirty="0"/>
              <a:t>(</a:t>
            </a:r>
            <a:r>
              <a:rPr lang="ko-KR" altLang="en-US" dirty="0"/>
              <a:t>논문에는 </a:t>
            </a:r>
            <a:r>
              <a:rPr lang="en-US" altLang="ko-KR" dirty="0"/>
              <a:t>altos lab </a:t>
            </a:r>
            <a:r>
              <a:rPr lang="ko-KR" altLang="en-US" dirty="0"/>
              <a:t>소속</a:t>
            </a:r>
            <a:r>
              <a:rPr lang="en-US" altLang="ko-KR" dirty="0"/>
              <a:t>) (Google</a:t>
            </a:r>
            <a:r>
              <a:rPr lang="ko-KR" altLang="en-US" dirty="0"/>
              <a:t> </a:t>
            </a:r>
            <a:r>
              <a:rPr lang="en-US" altLang="ko-KR" dirty="0"/>
              <a:t>scholar 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  <a:r>
              <a:rPr lang="ko-KR" altLang="ko-KR" dirty="0" err="1"/>
              <a:t>Mila</a:t>
            </a:r>
            <a:r>
              <a:rPr lang="ko-KR" altLang="ko-KR" dirty="0"/>
              <a:t> 소속입니다. </a:t>
            </a:r>
            <a:r>
              <a:rPr lang="ko-KR" altLang="ko-KR" dirty="0" err="1"/>
              <a:t>머신러닝과</a:t>
            </a:r>
            <a:r>
              <a:rPr lang="ko-KR" altLang="ko-KR" dirty="0"/>
              <a:t> 계산생물학이 전공이고, 이전에도 RNA 구조 예측이나 </a:t>
            </a:r>
            <a:r>
              <a:rPr lang="ko-KR" altLang="ko-KR" dirty="0" err="1"/>
              <a:t>flow</a:t>
            </a:r>
            <a:r>
              <a:rPr lang="ko-KR" altLang="ko-KR" dirty="0"/>
              <a:t> </a:t>
            </a:r>
            <a:r>
              <a:rPr lang="ko-KR" altLang="ko-KR" dirty="0" err="1"/>
              <a:t>network</a:t>
            </a:r>
            <a:r>
              <a:rPr lang="ko-KR" altLang="ko-KR" dirty="0"/>
              <a:t> 관련 연구를 해왔습니다. </a:t>
            </a:r>
            <a:r>
              <a:rPr lang="ko-KR" altLang="ko-KR" dirty="0" err="1"/>
              <a:t>PerturBench</a:t>
            </a:r>
            <a:r>
              <a:rPr lang="ko-KR" altLang="ko-KR" dirty="0"/>
              <a:t> 벤치마크 논문에도 참여했는데, 이번 </a:t>
            </a:r>
            <a:r>
              <a:rPr lang="ko-KR" altLang="ko-KR" dirty="0" err="1"/>
              <a:t>PRiMeFlow가</a:t>
            </a:r>
            <a:r>
              <a:rPr lang="ko-KR" altLang="ko-KR" dirty="0"/>
              <a:t> 그 연장선에 있는 연구입니다.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두 번째 분은 </a:t>
            </a:r>
            <a:r>
              <a:rPr lang="en-US" altLang="ko-KR" dirty="0"/>
              <a:t>Rory Stark</a:t>
            </a:r>
            <a:r>
              <a:rPr lang="ko-KR" altLang="en-US" dirty="0"/>
              <a:t>로</a:t>
            </a:r>
            <a:r>
              <a:rPr lang="en-US" altLang="ko-KR" dirty="0"/>
              <a:t>, altos lab </a:t>
            </a:r>
            <a:r>
              <a:rPr lang="ko-KR" altLang="en-US" dirty="0"/>
              <a:t>소속입니다</a:t>
            </a:r>
            <a:r>
              <a:rPr lang="en-US" altLang="ko-KR" dirty="0"/>
              <a:t>. </a:t>
            </a:r>
            <a:r>
              <a:rPr lang="ko-KR" altLang="en-US" dirty="0" err="1"/>
              <a:t>머신러닝</a:t>
            </a:r>
            <a:r>
              <a:rPr lang="en-US" altLang="ko-KR" dirty="0"/>
              <a:t>, </a:t>
            </a:r>
            <a:r>
              <a:rPr lang="ko-KR" altLang="en-US" dirty="0"/>
              <a:t>유전체 조절</a:t>
            </a:r>
            <a:r>
              <a:rPr lang="en-US" altLang="ko-KR" dirty="0"/>
              <a:t>, </a:t>
            </a:r>
            <a:r>
              <a:rPr lang="en-US" altLang="ko-KR" dirty="0" err="1"/>
              <a:t>ChIP</a:t>
            </a:r>
            <a:r>
              <a:rPr lang="en-US" altLang="ko-KR" dirty="0"/>
              <a:t>-seq(?), </a:t>
            </a:r>
            <a:r>
              <a:rPr lang="ko-KR" altLang="en-US" dirty="0"/>
              <a:t>계산생물학이 전공이고</a:t>
            </a:r>
            <a:r>
              <a:rPr lang="en-US" altLang="ko-KR" dirty="0"/>
              <a:t>, </a:t>
            </a:r>
            <a:r>
              <a:rPr lang="ko-KR" altLang="en-US" dirty="0"/>
              <a:t>케임브리지에서 오랜 기간 계산생물학</a:t>
            </a:r>
            <a:r>
              <a:rPr lang="en-US" altLang="ko-KR" dirty="0"/>
              <a:t>/</a:t>
            </a:r>
            <a:r>
              <a:rPr lang="ko-KR" altLang="en-US" dirty="0"/>
              <a:t>생명정보학을 하시다가</a:t>
            </a:r>
            <a:r>
              <a:rPr lang="en-US" altLang="ko-KR" dirty="0"/>
              <a:t>, 2023</a:t>
            </a:r>
            <a:r>
              <a:rPr lang="ko-KR" altLang="en-US" dirty="0"/>
              <a:t>년에 </a:t>
            </a:r>
            <a:r>
              <a:rPr lang="en-US" altLang="ko-KR" dirty="0"/>
              <a:t>altos lab</a:t>
            </a:r>
            <a:r>
              <a:rPr lang="ko-KR" altLang="en-US" dirty="0"/>
              <a:t>으로  옮겨 </a:t>
            </a:r>
            <a:r>
              <a:rPr lang="en-US" altLang="ko-KR" dirty="0"/>
              <a:t>AI/ML </a:t>
            </a:r>
            <a:r>
              <a:rPr lang="ko-KR" altLang="en-US" dirty="0"/>
              <a:t>연구를 총괄하고 계십니다</a:t>
            </a:r>
            <a:r>
              <a:rPr lang="en-US" altLang="ko-KR" dirty="0"/>
              <a:t>. </a:t>
            </a:r>
            <a:r>
              <a:rPr lang="ko-KR" altLang="en-US" dirty="0"/>
              <a:t>전문 분야는 유전체 조절 쪽이었다가</a:t>
            </a:r>
            <a:r>
              <a:rPr lang="en-US" altLang="ko-KR" dirty="0"/>
              <a:t> </a:t>
            </a:r>
            <a:r>
              <a:rPr lang="ko-KR" altLang="en-US" dirty="0"/>
              <a:t>최근으로 오면서 </a:t>
            </a:r>
            <a:r>
              <a:rPr lang="en-US" altLang="ko-KR" dirty="0"/>
              <a:t>Ai/ML</a:t>
            </a:r>
            <a:r>
              <a:rPr lang="ko-KR" altLang="en-US" dirty="0"/>
              <a:t>으로 연구 영역을 확장하셨습니다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1C6AF-BE36-B815-CE9C-250782384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713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20205-6E53-7996-77A8-197EB4A79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E21E10-4E78-F64F-3DD4-EE133F5D1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632FD-B6E3-D7FC-1C62-6EEBB5F8E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지난 번에 소개해드렸지만</a:t>
            </a:r>
            <a:r>
              <a:rPr lang="en-US" altLang="ko-KR" dirty="0"/>
              <a:t>, </a:t>
            </a:r>
            <a:r>
              <a:rPr lang="en-US" altLang="ko-KR" dirty="0" err="1"/>
              <a:t>PRiMeFlow</a:t>
            </a:r>
            <a:r>
              <a:rPr lang="ko-KR" altLang="en-US" dirty="0"/>
              <a:t>가 어떤 모델인지 간단하게 다시 소개해드리겠습니다</a:t>
            </a:r>
            <a:r>
              <a:rPr lang="en-US" altLang="ko-KR" dirty="0"/>
              <a:t>. </a:t>
            </a:r>
            <a:r>
              <a:rPr lang="ko-KR" altLang="en-US" dirty="0"/>
              <a:t>세포에 </a:t>
            </a:r>
            <a:r>
              <a:rPr lang="en-US" altLang="ko-KR" dirty="0"/>
              <a:t>perturbation, </a:t>
            </a:r>
            <a:r>
              <a:rPr lang="ko-KR" altLang="en-US" dirty="0"/>
              <a:t>즉 약물이나 유전자 조작을 가한 뒤 나타나는 유전자 발현을 예측하는데</a:t>
            </a:r>
            <a:r>
              <a:rPr lang="en-US" altLang="ko-KR" dirty="0"/>
              <a:t>, </a:t>
            </a:r>
            <a:r>
              <a:rPr lang="ko-KR" altLang="en-US" dirty="0"/>
              <a:t>그 방법으로 </a:t>
            </a:r>
            <a:r>
              <a:rPr lang="en-US" altLang="ko-KR" dirty="0"/>
              <a:t>Conditional Flow Matching, </a:t>
            </a:r>
            <a:r>
              <a:rPr lang="ko-KR" altLang="en-US" dirty="0"/>
              <a:t>줄여서 </a:t>
            </a:r>
            <a:r>
              <a:rPr lang="en-US" altLang="ko-KR" dirty="0"/>
              <a:t>CFM</a:t>
            </a:r>
            <a:r>
              <a:rPr lang="ko-KR" altLang="en-US" dirty="0"/>
              <a:t>을 씁니다</a:t>
            </a:r>
            <a:r>
              <a:rPr lang="en-US" altLang="ko-KR" dirty="0"/>
              <a:t>. </a:t>
            </a:r>
            <a:r>
              <a:rPr lang="ko-KR" altLang="en-US" dirty="0"/>
              <a:t>핵심은 평균값 하나가 아니라 발현 분포 자체를 생성한다는 점이에요</a:t>
            </a:r>
            <a:r>
              <a:rPr lang="en-US" altLang="ko-KR" dirty="0"/>
              <a:t>. </a:t>
            </a:r>
            <a:r>
              <a:rPr lang="ko-KR" altLang="en-US" dirty="0"/>
              <a:t>기존 모델들이 평균 발현 예측에 집중했다면</a:t>
            </a:r>
            <a:r>
              <a:rPr lang="en-US" altLang="ko-KR" dirty="0"/>
              <a:t>, </a:t>
            </a:r>
            <a:r>
              <a:rPr lang="en-US" altLang="ko-KR" dirty="0" err="1"/>
              <a:t>PRiMeFlow</a:t>
            </a:r>
            <a:r>
              <a:rPr lang="ko-KR" altLang="en-US" dirty="0"/>
              <a:t>는 세포 하나하나가 이루는 분포를 통째로 맞추는 생성 모델이라 세포 반응의 이질성까지 잡아낸다는 게 논문의 주장이었습니다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1C6AF-BE36-B815-CE9C-250782384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713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D0C9C-7673-47AC-E027-5DFF1CDD0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924B6-4A01-279D-D5CF-D837C76AA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75A681-E57B-948B-D005-B9C66E247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/>
              <a:t>PRiMeFlow</a:t>
            </a:r>
            <a:r>
              <a:rPr lang="en-US" altLang="ko-KR" dirty="0"/>
              <a:t> </a:t>
            </a:r>
            <a:r>
              <a:rPr lang="ko-KR" altLang="en-US" dirty="0"/>
              <a:t>모델의 학습 알고리즘입니다</a:t>
            </a:r>
            <a:r>
              <a:rPr lang="en-US" altLang="ko-KR" dirty="0"/>
              <a:t>. </a:t>
            </a:r>
            <a:r>
              <a:rPr lang="ko-KR" altLang="en-US" dirty="0"/>
              <a:t>먼저 실제 </a:t>
            </a:r>
            <a:r>
              <a:rPr lang="en-US" altLang="ko-KR" dirty="0"/>
              <a:t>perturbation </a:t>
            </a:r>
            <a:r>
              <a:rPr lang="ko-KR" altLang="en-US" dirty="0"/>
              <a:t>이후 발현 </a:t>
            </a:r>
            <a:r>
              <a:rPr lang="en-US" altLang="ko-KR" dirty="0"/>
              <a:t>x1</a:t>
            </a:r>
            <a:r>
              <a:rPr lang="ko-KR" altLang="en-US" dirty="0"/>
              <a:t>을 데이터에서 뽑고</a:t>
            </a:r>
            <a:r>
              <a:rPr lang="en-US" altLang="ko-KR" dirty="0"/>
              <a:t>, </a:t>
            </a:r>
            <a:r>
              <a:rPr lang="ko-KR" altLang="en-US" dirty="0"/>
              <a:t>시작점 </a:t>
            </a:r>
            <a:r>
              <a:rPr lang="en-US" altLang="ko-KR" dirty="0"/>
              <a:t>x0</a:t>
            </a:r>
            <a:r>
              <a:rPr lang="ko-KR" altLang="en-US" dirty="0"/>
              <a:t>는 </a:t>
            </a:r>
            <a:r>
              <a:rPr lang="ko-KR" altLang="en-US" dirty="0" err="1"/>
              <a:t>가우시안</a:t>
            </a:r>
            <a:r>
              <a:rPr lang="ko-KR" altLang="en-US" dirty="0"/>
              <a:t> 노이즈에서 뽑습니다</a:t>
            </a:r>
            <a:r>
              <a:rPr lang="en-US" altLang="ko-KR" dirty="0"/>
              <a:t>. 0</a:t>
            </a:r>
            <a:r>
              <a:rPr lang="ko-KR" altLang="en-US" dirty="0"/>
              <a:t>과 </a:t>
            </a:r>
            <a:r>
              <a:rPr lang="en-US" altLang="ko-KR" dirty="0"/>
              <a:t>1 </a:t>
            </a:r>
            <a:r>
              <a:rPr lang="ko-KR" altLang="en-US" dirty="0"/>
              <a:t>사이 시간 </a:t>
            </a:r>
            <a:r>
              <a:rPr lang="en-US" altLang="ko-KR" dirty="0"/>
              <a:t>t</a:t>
            </a:r>
            <a:r>
              <a:rPr lang="ko-KR" altLang="en-US" dirty="0"/>
              <a:t>를 랜덤으로 정해 두 점을 잇는 직선 위 중간 지점 </a:t>
            </a:r>
            <a:r>
              <a:rPr lang="en-US" altLang="ko-KR" dirty="0" err="1"/>
              <a:t>x_t</a:t>
            </a:r>
            <a:r>
              <a:rPr lang="ko-KR" altLang="en-US" dirty="0"/>
              <a:t>를 만들고</a:t>
            </a:r>
            <a:r>
              <a:rPr lang="en-US" altLang="ko-KR" dirty="0"/>
              <a:t>, </a:t>
            </a:r>
            <a:r>
              <a:rPr lang="ko-KR" altLang="en-US" dirty="0"/>
              <a:t>모델은 </a:t>
            </a:r>
            <a:r>
              <a:rPr lang="en-US" altLang="ko-KR" dirty="0" err="1"/>
              <a:t>x_t</a:t>
            </a:r>
            <a:r>
              <a:rPr lang="ko-KR" altLang="en-US" dirty="0"/>
              <a:t>에서 </a:t>
            </a:r>
            <a:r>
              <a:rPr lang="en-US" altLang="ko-KR" dirty="0"/>
              <a:t>x1</a:t>
            </a:r>
            <a:r>
              <a:rPr lang="ko-KR" altLang="en-US" dirty="0"/>
              <a:t>으로 향하는 속도</a:t>
            </a:r>
            <a:r>
              <a:rPr lang="en-US" altLang="ko-KR" dirty="0"/>
              <a:t>(velocity)</a:t>
            </a:r>
            <a:r>
              <a:rPr lang="ko-KR" altLang="en-US" dirty="0"/>
              <a:t>를 학습합니다</a:t>
            </a:r>
            <a:r>
              <a:rPr lang="en-US" altLang="ko-KR" dirty="0"/>
              <a:t>. </a:t>
            </a:r>
            <a:r>
              <a:rPr lang="ko-KR" altLang="en-US" dirty="0"/>
              <a:t>정답 타깃은 </a:t>
            </a:r>
            <a:r>
              <a:rPr lang="en-US" altLang="ko-KR" dirty="0"/>
              <a:t>x1</a:t>
            </a:r>
            <a:r>
              <a:rPr lang="ko-KR" altLang="en-US" dirty="0"/>
              <a:t>에서 </a:t>
            </a:r>
            <a:r>
              <a:rPr lang="en-US" altLang="ko-KR" dirty="0"/>
              <a:t>x0</a:t>
            </a:r>
            <a:r>
              <a:rPr lang="ko-KR" altLang="en-US" dirty="0"/>
              <a:t>를 뺀 상수 벡터고요</a:t>
            </a:r>
            <a:r>
              <a:rPr lang="en-US" altLang="ko-KR" dirty="0"/>
              <a:t>. </a:t>
            </a:r>
            <a:r>
              <a:rPr lang="ko-KR" altLang="en-US" dirty="0"/>
              <a:t>조건 </a:t>
            </a:r>
            <a:r>
              <a:rPr lang="en-US" altLang="ko-KR" dirty="0"/>
              <a:t>c</a:t>
            </a:r>
            <a:r>
              <a:rPr lang="ko-KR" altLang="en-US" dirty="0"/>
              <a:t>는 일정 확률로 비워서 나중에 </a:t>
            </a:r>
            <a:r>
              <a:rPr lang="en-US" altLang="ko-KR" dirty="0"/>
              <a:t>CFG</a:t>
            </a:r>
            <a:r>
              <a:rPr lang="ko-KR" altLang="en-US" dirty="0"/>
              <a:t>에 쓸 수 있게 합니다</a:t>
            </a:r>
            <a:r>
              <a:rPr lang="en-US" altLang="ko-KR" dirty="0"/>
              <a:t>. </a:t>
            </a:r>
            <a:r>
              <a:rPr lang="ko-KR" altLang="en-US" dirty="0"/>
              <a:t>이걸 </a:t>
            </a:r>
            <a:r>
              <a:rPr lang="en-US" altLang="ko-KR" dirty="0"/>
              <a:t>CFM loss</a:t>
            </a:r>
            <a:r>
              <a:rPr lang="ko-KR" altLang="en-US" dirty="0"/>
              <a:t>로 맞추는 게 전부인데</a:t>
            </a:r>
            <a:r>
              <a:rPr lang="en-US" altLang="ko-KR" dirty="0"/>
              <a:t>, </a:t>
            </a:r>
            <a:r>
              <a:rPr lang="ko-KR" altLang="en-US" dirty="0"/>
              <a:t>개념이 단순하다는 게 이 논문의 강점입니다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694943-6413-D7B7-DCAB-E3FE4EB58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398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976CC-DB2B-1BDA-9C73-900EA107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96B6BB-4B95-4BD9-42C5-5414B5C86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CEEFD2-CAE8-2D94-32F4-79F95AF25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여기서부터 제가 직접 구현한 범위입니다</a:t>
            </a:r>
            <a:r>
              <a:rPr lang="en-US" altLang="ko-KR" dirty="0"/>
              <a:t>. </a:t>
            </a:r>
            <a:r>
              <a:rPr lang="ko-KR" altLang="en-US" dirty="0"/>
              <a:t>목표는 두 가지였습니다</a:t>
            </a:r>
            <a:r>
              <a:rPr lang="en-US" altLang="ko-KR" dirty="0"/>
              <a:t>. </a:t>
            </a:r>
            <a:r>
              <a:rPr lang="ko-KR" altLang="en-US" dirty="0"/>
              <a:t>먼저 이 논문을 작성한 </a:t>
            </a:r>
            <a:r>
              <a:rPr lang="en-US" altLang="ko-KR" dirty="0" err="1"/>
              <a:t>altoslab</a:t>
            </a:r>
            <a:r>
              <a:rPr lang="ko-KR" altLang="en-US" dirty="0"/>
              <a:t>에서 제공하는</a:t>
            </a:r>
            <a:r>
              <a:rPr lang="en-US" altLang="ko-KR" dirty="0"/>
              <a:t> </a:t>
            </a:r>
            <a:r>
              <a:rPr lang="en-US" altLang="ko-KR" dirty="0" err="1"/>
              <a:t>PerturBench</a:t>
            </a:r>
            <a:r>
              <a:rPr lang="ko-KR" altLang="en-US" dirty="0"/>
              <a:t>라는 벤치마크 프레임워크 위에 </a:t>
            </a:r>
            <a:r>
              <a:rPr lang="en-US" altLang="ko-KR" dirty="0" err="1"/>
              <a:t>FlowMatching</a:t>
            </a:r>
            <a:r>
              <a:rPr lang="ko-KR" altLang="en-US" dirty="0"/>
              <a:t>과 </a:t>
            </a:r>
            <a:r>
              <a:rPr lang="en-US" altLang="ko-KR" dirty="0" err="1"/>
              <a:t>PRiMeFlow</a:t>
            </a:r>
            <a:r>
              <a:rPr lang="ko-KR" altLang="en-US" dirty="0"/>
              <a:t>를 새 모델로 직접 올리는 것이었습니다</a:t>
            </a:r>
            <a:r>
              <a:rPr lang="en-US" altLang="ko-KR" dirty="0"/>
              <a:t>. </a:t>
            </a:r>
            <a:r>
              <a:rPr lang="en-US" altLang="ko-KR" dirty="0" err="1"/>
              <a:t>PerturBench</a:t>
            </a:r>
            <a:r>
              <a:rPr lang="ko-KR" altLang="en-US" dirty="0"/>
              <a:t>는 </a:t>
            </a:r>
            <a:r>
              <a:rPr lang="en-US" altLang="ko-KR" dirty="0"/>
              <a:t>Hydra config</a:t>
            </a:r>
            <a:r>
              <a:rPr lang="ko-KR" altLang="en-US" dirty="0"/>
              <a:t>와 </a:t>
            </a:r>
            <a:r>
              <a:rPr lang="en-US" altLang="ko-KR" dirty="0" err="1"/>
              <a:t>PyTorch</a:t>
            </a:r>
            <a:r>
              <a:rPr lang="en-US" altLang="ko-KR" dirty="0"/>
              <a:t> Lightning </a:t>
            </a:r>
            <a:r>
              <a:rPr lang="ko-KR" altLang="en-US" dirty="0"/>
              <a:t>기반이라 여러 모델을 같은 파이프라인에서 돌릴 수 있습니다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다음으로</a:t>
            </a:r>
            <a:r>
              <a:rPr lang="en-US" altLang="ko-KR" dirty="0"/>
              <a:t>, </a:t>
            </a:r>
            <a:r>
              <a:rPr lang="ko-KR" altLang="en-US" dirty="0"/>
              <a:t>그렇게 올린 모델을 기존 </a:t>
            </a:r>
            <a:r>
              <a:rPr lang="en-US" altLang="ko-KR" dirty="0"/>
              <a:t>baseline 6</a:t>
            </a:r>
            <a:r>
              <a:rPr lang="ko-KR" altLang="en-US" dirty="0"/>
              <a:t>종과 완전히 동일한 파이프라인</a:t>
            </a:r>
            <a:r>
              <a:rPr lang="en-US" altLang="ko-KR" dirty="0"/>
              <a:t>·</a:t>
            </a:r>
            <a:r>
              <a:rPr lang="ko-KR" altLang="en-US" dirty="0"/>
              <a:t>평가 지표로 비교하는 것이었습니다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7E3E9B-2E09-4324-63EB-1D96F42BA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078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5A2AD-1DB4-E0CE-567B-450777B4F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9C1A62-BD67-42CB-417B-F91192EE0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6ECDB8-08E9-D816-B22B-6F12FFE94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비교 대상은 총 </a:t>
            </a:r>
            <a:r>
              <a:rPr lang="en-US" altLang="ko-KR" dirty="0"/>
              <a:t>9</a:t>
            </a:r>
            <a:r>
              <a:rPr lang="ko-KR" altLang="en-US" dirty="0"/>
              <a:t>개 모델입니다</a:t>
            </a:r>
            <a:r>
              <a:rPr lang="en-US" altLang="ko-KR" dirty="0"/>
              <a:t>. </a:t>
            </a:r>
            <a:r>
              <a:rPr lang="en-US" altLang="ko-KR" dirty="0" err="1"/>
              <a:t>PerturBench</a:t>
            </a:r>
            <a:r>
              <a:rPr lang="ko-KR" altLang="en-US" dirty="0"/>
              <a:t>가 기본 제공하는 </a:t>
            </a:r>
            <a:r>
              <a:rPr lang="en-US" altLang="ko-KR" dirty="0"/>
              <a:t>baseline 6</a:t>
            </a:r>
            <a:r>
              <a:rPr lang="ko-KR" altLang="en-US" dirty="0"/>
              <a:t>종 </a:t>
            </a:r>
            <a:r>
              <a:rPr lang="en-US" altLang="ko-KR" dirty="0"/>
              <a:t>— Linear/Latent additive, Decoder-only, CPA, SAMS-VAE, </a:t>
            </a:r>
            <a:r>
              <a:rPr lang="en-US" altLang="ko-KR" dirty="0" err="1"/>
              <a:t>Biolord</a:t>
            </a:r>
            <a:r>
              <a:rPr lang="en-US" altLang="ko-KR" dirty="0"/>
              <a:t> — </a:t>
            </a:r>
            <a:r>
              <a:rPr lang="ko-KR" altLang="en-US" dirty="0"/>
              <a:t>여기에 제가 구현한 </a:t>
            </a:r>
            <a:r>
              <a:rPr lang="en-US" altLang="ko-KR" dirty="0"/>
              <a:t>3</a:t>
            </a:r>
            <a:r>
              <a:rPr lang="ko-KR" altLang="en-US" dirty="0"/>
              <a:t>종</a:t>
            </a:r>
            <a:r>
              <a:rPr lang="en-US" altLang="ko-KR" dirty="0"/>
              <a:t>, </a:t>
            </a:r>
            <a:r>
              <a:rPr lang="en-US" altLang="ko-KR" dirty="0" err="1"/>
              <a:t>FlowMatching</a:t>
            </a:r>
            <a:r>
              <a:rPr lang="en-US" altLang="ko-KR" dirty="0"/>
              <a:t>-MLP, </a:t>
            </a:r>
            <a:r>
              <a:rPr lang="en-US" altLang="ko-KR" dirty="0" err="1"/>
              <a:t>FlowMatching</a:t>
            </a:r>
            <a:r>
              <a:rPr lang="en-US" altLang="ko-KR" dirty="0"/>
              <a:t>-U-Net, </a:t>
            </a:r>
            <a:r>
              <a:rPr lang="en-US" altLang="ko-KR" dirty="0" err="1"/>
              <a:t>PRiMeFlow</a:t>
            </a:r>
            <a:r>
              <a:rPr lang="ko-KR" altLang="en-US" dirty="0"/>
              <a:t>를 더했습니다</a:t>
            </a:r>
            <a:r>
              <a:rPr lang="en-US" altLang="ko-KR" dirty="0"/>
              <a:t>. </a:t>
            </a:r>
            <a:r>
              <a:rPr lang="ko-KR" altLang="en-US" dirty="0"/>
              <a:t>구현한 </a:t>
            </a:r>
            <a:r>
              <a:rPr lang="en-US" altLang="ko-KR" dirty="0"/>
              <a:t>3</a:t>
            </a:r>
            <a:r>
              <a:rPr lang="ko-KR" altLang="en-US" dirty="0"/>
              <a:t>종은 기존 </a:t>
            </a:r>
            <a:r>
              <a:rPr lang="en-US" altLang="ko-KR" dirty="0" err="1"/>
              <a:t>Linear_additive</a:t>
            </a:r>
            <a:r>
              <a:rPr lang="en-US" altLang="ko-KR" dirty="0"/>
              <a:t> model </a:t>
            </a:r>
            <a:r>
              <a:rPr lang="ko-KR" altLang="en-US" dirty="0"/>
              <a:t>코드를 뼈대로 작성했고</a:t>
            </a:r>
            <a:r>
              <a:rPr lang="en-US" altLang="ko-KR" dirty="0"/>
              <a:t>, 9</a:t>
            </a:r>
            <a:r>
              <a:rPr lang="ko-KR" altLang="en-US" dirty="0"/>
              <a:t>개 전부 동일한 지표 세트로 평가했습니다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A171CA-DA62-82BE-0434-8CA8F2A04D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4373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76C9-1A40-8351-02D9-D39A3209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EC8318-D09E-054A-55F1-066F7ED537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B78627-EBDB-1492-7E59-7DECE1F9E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학습 환경입니다</a:t>
            </a:r>
            <a:r>
              <a:rPr lang="en-US" altLang="ko-KR" dirty="0"/>
              <a:t>. Hydra config</a:t>
            </a:r>
            <a:r>
              <a:rPr lang="ko-KR" altLang="en-US" dirty="0"/>
              <a:t>와 </a:t>
            </a:r>
            <a:r>
              <a:rPr lang="en-US" altLang="ko-KR" dirty="0"/>
              <a:t>Lightning trainer</a:t>
            </a:r>
            <a:r>
              <a:rPr lang="ko-KR" altLang="en-US" dirty="0"/>
              <a:t>로 </a:t>
            </a:r>
            <a:r>
              <a:rPr lang="en-US" altLang="ko-KR" dirty="0"/>
              <a:t>GPU</a:t>
            </a:r>
            <a:r>
              <a:rPr lang="ko-KR" altLang="en-US" dirty="0"/>
              <a:t>에서 학습했습니다</a:t>
            </a:r>
            <a:r>
              <a:rPr lang="en-US" altLang="ko-KR" dirty="0"/>
              <a:t>. </a:t>
            </a:r>
            <a:r>
              <a:rPr lang="ko-KR" altLang="en-US" dirty="0"/>
              <a:t>걸렸던 문제 하나는</a:t>
            </a:r>
            <a:r>
              <a:rPr lang="en-US" altLang="ko-KR" dirty="0"/>
              <a:t>, Lightning </a:t>
            </a:r>
            <a:r>
              <a:rPr lang="ko-KR" altLang="en-US" dirty="0"/>
              <a:t>기본값이 속도를 위해 </a:t>
            </a:r>
            <a:r>
              <a:rPr lang="en-US" altLang="ko-KR" dirty="0"/>
              <a:t>fp16 mixed precision</a:t>
            </a:r>
            <a:r>
              <a:rPr lang="ko-KR" altLang="en-US" dirty="0"/>
              <a:t>인데 </a:t>
            </a:r>
            <a:r>
              <a:rPr lang="en-US" altLang="ko-KR" dirty="0"/>
              <a:t>U-Net </a:t>
            </a:r>
            <a:r>
              <a:rPr lang="ko-KR" altLang="en-US" dirty="0"/>
              <a:t>계열에서 학습 도중 </a:t>
            </a:r>
            <a:r>
              <a:rPr lang="en-US" altLang="ko-KR" dirty="0"/>
              <a:t>loss</a:t>
            </a:r>
            <a:r>
              <a:rPr lang="ko-KR" altLang="en-US" dirty="0"/>
              <a:t>가 </a:t>
            </a:r>
            <a:r>
              <a:rPr lang="en-US" altLang="ko-KR" dirty="0"/>
              <a:t>nan</a:t>
            </a:r>
            <a:r>
              <a:rPr lang="ko-KR" altLang="en-US" dirty="0"/>
              <a:t>으로 발산한 겁니다</a:t>
            </a:r>
            <a:r>
              <a:rPr lang="en-US" altLang="ko-KR" dirty="0"/>
              <a:t>. precision</a:t>
            </a:r>
            <a:r>
              <a:rPr lang="ko-KR" altLang="en-US" dirty="0"/>
              <a:t>을 </a:t>
            </a:r>
            <a:r>
              <a:rPr lang="en-US" altLang="ko-KR" dirty="0"/>
              <a:t>32</a:t>
            </a:r>
            <a:r>
              <a:rPr lang="ko-KR" altLang="en-US" dirty="0"/>
              <a:t>로 올려 해결했고요</a:t>
            </a:r>
            <a:r>
              <a:rPr lang="en-US" altLang="ko-KR" dirty="0"/>
              <a:t>. </a:t>
            </a:r>
            <a:r>
              <a:rPr lang="ko-KR" altLang="en-US" dirty="0"/>
              <a:t>다만 뒤 </a:t>
            </a:r>
            <a:r>
              <a:rPr lang="en-US" altLang="ko-KR" dirty="0"/>
              <a:t>config </a:t>
            </a:r>
            <a:r>
              <a:rPr lang="ko-KR" altLang="en-US" dirty="0"/>
              <a:t>슬라이드에서 보듯 제 </a:t>
            </a:r>
            <a:r>
              <a:rPr lang="en-US" altLang="ko-KR" dirty="0"/>
              <a:t>learning rate</a:t>
            </a:r>
            <a:r>
              <a:rPr lang="ko-KR" altLang="en-US" dirty="0"/>
              <a:t>가 논문보다 높아서</a:t>
            </a:r>
            <a:r>
              <a:rPr lang="en-US" altLang="ko-KR" dirty="0"/>
              <a:t>, </a:t>
            </a:r>
            <a:r>
              <a:rPr lang="ko-KR" altLang="en-US" dirty="0"/>
              <a:t>발산 원인이 </a:t>
            </a:r>
            <a:r>
              <a:rPr lang="en-US" altLang="ko-KR" dirty="0"/>
              <a:t>precision </a:t>
            </a:r>
            <a:r>
              <a:rPr lang="ko-KR" altLang="en-US" dirty="0"/>
              <a:t>하나만은 아닐 수 있다는 점은 열어두고 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AD6EA0-0D55-9B52-0F3A-F639A6299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876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E41B5-FB7C-BF11-4161-43E1B44E6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413330-B63A-8E89-3084-F45D89060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B93BCD-B935-2B5B-A77C-7A4000195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데이터셋은 논문과 다릅니다</a:t>
            </a:r>
            <a:r>
              <a:rPr lang="en-US" altLang="ko-KR" dirty="0"/>
              <a:t>. </a:t>
            </a:r>
            <a:r>
              <a:rPr lang="ko-KR" altLang="en-US" dirty="0"/>
              <a:t>논문은 </a:t>
            </a:r>
            <a:r>
              <a:rPr lang="en-US" altLang="ko-KR" dirty="0"/>
              <a:t>Srivatsan20, Jiang24, Norman19</a:t>
            </a:r>
            <a:r>
              <a:rPr lang="ko-KR" altLang="en-US" dirty="0"/>
              <a:t>를 썼는데 저는 </a:t>
            </a:r>
            <a:r>
              <a:rPr lang="en-US" altLang="ko-KR" dirty="0"/>
              <a:t>frangieh21, jiang24, op3</a:t>
            </a:r>
            <a:r>
              <a:rPr lang="ko-KR" altLang="en-US" dirty="0"/>
              <a:t>를 사용했고 겹치는 건 </a:t>
            </a:r>
            <a:r>
              <a:rPr lang="en-US" altLang="ko-KR" dirty="0"/>
              <a:t>Jiang24 </a:t>
            </a:r>
            <a:r>
              <a:rPr lang="ko-KR" altLang="en-US" dirty="0" err="1"/>
              <a:t>하나뿐입니다</a:t>
            </a:r>
            <a:r>
              <a:rPr lang="en-US" altLang="ko-KR" dirty="0"/>
              <a:t>. </a:t>
            </a:r>
            <a:r>
              <a:rPr lang="ko-KR" altLang="en-US" dirty="0"/>
              <a:t>그래서 이 발표의 결과는 논문을 그대로 재현한 게 아니라</a:t>
            </a:r>
            <a:r>
              <a:rPr lang="en-US" altLang="ko-KR" dirty="0"/>
              <a:t>, </a:t>
            </a:r>
            <a:r>
              <a:rPr lang="ko-KR" altLang="en-US" dirty="0"/>
              <a:t>같은 방법론을 </a:t>
            </a:r>
            <a:r>
              <a:rPr lang="en-US" altLang="ko-KR" dirty="0" err="1"/>
              <a:t>PerturBench</a:t>
            </a:r>
            <a:r>
              <a:rPr lang="en-US" altLang="ko-KR" dirty="0"/>
              <a:t> </a:t>
            </a:r>
            <a:r>
              <a:rPr lang="ko-KR" altLang="en-US" dirty="0"/>
              <a:t>위에서 다른 데이터셋에 적용해본 것으로 봐주시면 됩니다</a:t>
            </a:r>
            <a:r>
              <a:rPr lang="en-US" altLang="ko-KR" dirty="0"/>
              <a:t>. </a:t>
            </a:r>
            <a:r>
              <a:rPr lang="ko-KR" altLang="en-US" dirty="0"/>
              <a:t>이 점을 먼저 분명히 해두겠습니다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이유</a:t>
            </a:r>
            <a:endParaRPr lang="en-US" altLang="ko-KR" dirty="0"/>
          </a:p>
          <a:p>
            <a:r>
              <a:rPr lang="ko-KR" altLang="ko-KR" dirty="0"/>
              <a:t>"이 발표는 논문의 정확한 재현이 아니라, 같은 방법론을 다른 데이터셋에 적용한 일반화 실험입니다. 데이터셋은 논문과 최소한으로만 겹치게(Jiang24 하나) 골랐는데, 두 가지 목적이 있었습니다. 첫째, 논문 데이터를 그대로 쓰면 재현일 뿐이지만, 겹치지 않는 데이터를 쓰면 방법론이 새 데이터에서도 통하는지 볼 수 있습니다. 둘째, Jiang24를 하나 남겨두어 논문 결과와의 접점도 확보했습니다."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A5F33D-FE7E-CE7F-E750-ED0DBA730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3214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C49A-387D-902F-B2A1-DA692274D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3D9430-1038-B673-3C49-6DE65D25C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F2FB75-E744-47DF-4199-3577A43A1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구현은 세 단계로 점진적으로 올렸습니다</a:t>
            </a:r>
            <a:r>
              <a:rPr lang="en-US" altLang="ko-KR" dirty="0"/>
              <a:t>. Stage 1</a:t>
            </a:r>
            <a:r>
              <a:rPr lang="ko-KR" altLang="en-US" dirty="0"/>
              <a:t>은 </a:t>
            </a:r>
            <a:r>
              <a:rPr lang="en-US" altLang="ko-KR" dirty="0"/>
              <a:t>velocity field</a:t>
            </a:r>
            <a:r>
              <a:rPr lang="ko-KR" altLang="en-US" dirty="0"/>
              <a:t>를 단순 </a:t>
            </a:r>
            <a:r>
              <a:rPr lang="en-US" altLang="ko-KR" dirty="0"/>
              <a:t>MLP</a:t>
            </a:r>
            <a:r>
              <a:rPr lang="ko-KR" altLang="en-US" dirty="0"/>
              <a:t>로 둔 </a:t>
            </a:r>
            <a:r>
              <a:rPr lang="en-US" altLang="ko-KR" dirty="0" err="1"/>
              <a:t>FlowMatching</a:t>
            </a:r>
            <a:r>
              <a:rPr lang="ko-KR" altLang="en-US" dirty="0"/>
              <a:t>으로</a:t>
            </a:r>
            <a:r>
              <a:rPr lang="en-US" altLang="ko-KR" dirty="0"/>
              <a:t>, </a:t>
            </a:r>
            <a:r>
              <a:rPr lang="ko-KR" altLang="en-US" dirty="0"/>
              <a:t>파이프라인이 도는지 검증하는 </a:t>
            </a:r>
            <a:r>
              <a:rPr lang="en-US" altLang="ko-KR" dirty="0"/>
              <a:t>baseline</a:t>
            </a:r>
            <a:r>
              <a:rPr lang="ko-KR" altLang="en-US" dirty="0"/>
              <a:t>입니다</a:t>
            </a:r>
            <a:r>
              <a:rPr lang="en-US" altLang="ko-KR" dirty="0"/>
              <a:t>. Stage 2</a:t>
            </a:r>
            <a:r>
              <a:rPr lang="ko-KR" altLang="en-US" dirty="0"/>
              <a:t>는 같은 </a:t>
            </a:r>
            <a:r>
              <a:rPr lang="en-US" altLang="ko-KR" dirty="0" err="1"/>
              <a:t>loss·ODE</a:t>
            </a:r>
            <a:r>
              <a:rPr lang="en-US" altLang="ko-KR" dirty="0"/>
              <a:t> </a:t>
            </a:r>
            <a:r>
              <a:rPr lang="ko-KR" altLang="en-US" dirty="0"/>
              <a:t>구조에서 </a:t>
            </a:r>
            <a:r>
              <a:rPr lang="en-US" altLang="ko-KR" dirty="0"/>
              <a:t>velocity field</a:t>
            </a:r>
            <a:r>
              <a:rPr lang="ko-KR" altLang="en-US" dirty="0"/>
              <a:t>만 </a:t>
            </a:r>
            <a:r>
              <a:rPr lang="en-US" altLang="ko-KR" dirty="0"/>
              <a:t>GeneUNet1D, </a:t>
            </a:r>
            <a:r>
              <a:rPr lang="ko-KR" altLang="en-US" dirty="0"/>
              <a:t>즉 </a:t>
            </a:r>
            <a:r>
              <a:rPr lang="en-US" altLang="ko-KR" dirty="0"/>
              <a:t>1D U-Net</a:t>
            </a:r>
            <a:r>
              <a:rPr lang="ko-KR" altLang="en-US" dirty="0"/>
              <a:t>으로 교체해 표현력을 키웠습니다</a:t>
            </a:r>
            <a:r>
              <a:rPr lang="en-US" altLang="ko-KR" dirty="0"/>
              <a:t>. Stage 3</a:t>
            </a:r>
            <a:r>
              <a:rPr lang="ko-KR" altLang="en-US" dirty="0"/>
              <a:t>가 최종 </a:t>
            </a:r>
            <a:r>
              <a:rPr lang="en-US" altLang="ko-KR" dirty="0" err="1"/>
              <a:t>PRiMeFlow</a:t>
            </a:r>
            <a:r>
              <a:rPr lang="ko-KR" altLang="en-US" dirty="0"/>
              <a:t>인데</a:t>
            </a:r>
            <a:r>
              <a:rPr lang="en-US" altLang="ko-KR" dirty="0"/>
              <a:t>, source</a:t>
            </a:r>
            <a:r>
              <a:rPr lang="ko-KR" altLang="en-US" dirty="0"/>
              <a:t>를 </a:t>
            </a:r>
            <a:r>
              <a:rPr lang="en-US" altLang="ko-KR" dirty="0"/>
              <a:t>noise</a:t>
            </a:r>
            <a:r>
              <a:rPr lang="ko-KR" altLang="en-US" dirty="0"/>
              <a:t>로 고정하고 학습 때 </a:t>
            </a:r>
            <a:r>
              <a:rPr lang="en-US" altLang="ko-KR" dirty="0"/>
              <a:t>condition dropout</a:t>
            </a:r>
            <a:r>
              <a:rPr lang="ko-KR" altLang="en-US" dirty="0"/>
              <a:t>을</a:t>
            </a:r>
            <a:r>
              <a:rPr lang="en-US" altLang="ko-KR" dirty="0"/>
              <a:t>, </a:t>
            </a:r>
            <a:r>
              <a:rPr lang="ko-KR" altLang="en-US" dirty="0"/>
              <a:t>추론 때 </a:t>
            </a:r>
            <a:r>
              <a:rPr lang="en-US" altLang="ko-KR" dirty="0"/>
              <a:t>CFG mixing</a:t>
            </a:r>
            <a:r>
              <a:rPr lang="ko-KR" altLang="en-US" dirty="0"/>
              <a:t>을 추가한 버전입니다</a:t>
            </a:r>
            <a:r>
              <a:rPr lang="en-US" altLang="ko-KR" dirty="0"/>
              <a:t>. </a:t>
            </a:r>
            <a:r>
              <a:rPr lang="ko-KR" altLang="en-US" dirty="0"/>
              <a:t>지금부터 핵심 함수 네 개를 차례대로 살펴보겠습니다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A485E8-C33B-8984-D70B-CF535EB0EC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8802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A0994-35C1-31B9-924C-EF7DA3300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BB4A19-1DC7-83D3-AE1B-BEB6FFD0D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F349A4-77EC-CB03-E147-F2459F7A5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첫 번째 함수 </a:t>
            </a:r>
            <a:r>
              <a:rPr lang="en-US" altLang="ko-KR" dirty="0" err="1"/>
              <a:t>get_flow_loss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노이즈 </a:t>
            </a:r>
            <a:r>
              <a:rPr lang="en-US" altLang="ko-KR" dirty="0"/>
              <a:t>x0</a:t>
            </a:r>
            <a:r>
              <a:rPr lang="ko-KR" altLang="en-US" dirty="0"/>
              <a:t>를 뽑고</a:t>
            </a:r>
            <a:r>
              <a:rPr lang="en-US" altLang="ko-KR" dirty="0"/>
              <a:t>, 0~1 </a:t>
            </a:r>
            <a:r>
              <a:rPr lang="ko-KR" altLang="en-US" dirty="0"/>
              <a:t>시간 </a:t>
            </a:r>
            <a:r>
              <a:rPr lang="en-US" altLang="ko-KR" dirty="0"/>
              <a:t>t</a:t>
            </a:r>
            <a:r>
              <a:rPr lang="ko-KR" altLang="en-US" dirty="0"/>
              <a:t>를 샘플링해 직선 </a:t>
            </a:r>
            <a:r>
              <a:rPr lang="ko-KR" altLang="en-US" dirty="0" err="1"/>
              <a:t>보간으로</a:t>
            </a:r>
            <a:r>
              <a:rPr lang="ko-KR" altLang="en-US" dirty="0"/>
              <a:t> </a:t>
            </a:r>
            <a:r>
              <a:rPr lang="en-US" altLang="ko-KR" dirty="0" err="1"/>
              <a:t>x_t</a:t>
            </a:r>
            <a:r>
              <a:rPr lang="ko-KR" altLang="en-US" dirty="0"/>
              <a:t>를 만듭니다</a:t>
            </a:r>
            <a:r>
              <a:rPr lang="en-US" altLang="ko-KR" dirty="0"/>
              <a:t>. </a:t>
            </a:r>
            <a:r>
              <a:rPr lang="ko-KR" altLang="en-US" dirty="0"/>
              <a:t>그리고 </a:t>
            </a:r>
            <a:r>
              <a:rPr lang="en-US" altLang="ko-KR" dirty="0" err="1"/>
              <a:t>p_uncond</a:t>
            </a:r>
            <a:r>
              <a:rPr lang="en-US" altLang="ko-KR" dirty="0"/>
              <a:t> </a:t>
            </a:r>
            <a:r>
              <a:rPr lang="ko-KR" altLang="en-US" dirty="0"/>
              <a:t>확률로 조건을 </a:t>
            </a:r>
            <a:r>
              <a:rPr lang="en-US" altLang="ko-KR" dirty="0"/>
              <a:t>0</a:t>
            </a:r>
            <a:r>
              <a:rPr lang="ko-KR" altLang="en-US" dirty="0"/>
              <a:t>벡터로 지우는데</a:t>
            </a:r>
            <a:r>
              <a:rPr lang="en-US" altLang="ko-KR" dirty="0"/>
              <a:t>, </a:t>
            </a:r>
            <a:r>
              <a:rPr lang="ko-KR" altLang="en-US" dirty="0"/>
              <a:t>이게 </a:t>
            </a:r>
            <a:r>
              <a:rPr lang="en-US" altLang="ko-KR" dirty="0"/>
              <a:t>CFG</a:t>
            </a:r>
            <a:r>
              <a:rPr lang="ko-KR" altLang="en-US" dirty="0"/>
              <a:t>를 위한 </a:t>
            </a:r>
            <a:r>
              <a:rPr lang="en-US" altLang="ko-KR" dirty="0"/>
              <a:t>condition dropout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마지막으로 </a:t>
            </a:r>
            <a:r>
              <a:rPr lang="en-US" altLang="ko-KR" dirty="0"/>
              <a:t>velocity</a:t>
            </a:r>
            <a:r>
              <a:rPr lang="ko-KR" altLang="en-US" dirty="0"/>
              <a:t>가 상수 타깃 </a:t>
            </a:r>
            <a:r>
              <a:rPr lang="en-US" altLang="ko-KR" dirty="0"/>
              <a:t>x1 </a:t>
            </a:r>
            <a:r>
              <a:rPr lang="ko-KR" altLang="en-US" dirty="0"/>
              <a:t>빼기 </a:t>
            </a:r>
            <a:r>
              <a:rPr lang="en-US" altLang="ko-KR" dirty="0"/>
              <a:t>x0</a:t>
            </a:r>
            <a:r>
              <a:rPr lang="ko-KR" altLang="en-US" dirty="0"/>
              <a:t>를 맞추도록 </a:t>
            </a:r>
            <a:r>
              <a:rPr lang="en-US" altLang="ko-KR" dirty="0"/>
              <a:t>MSE</a:t>
            </a:r>
            <a:r>
              <a:rPr lang="ko-KR" altLang="en-US" dirty="0"/>
              <a:t>를 겁니다</a:t>
            </a:r>
            <a:r>
              <a:rPr lang="en-US" altLang="ko-KR" dirty="0"/>
              <a:t>. </a:t>
            </a:r>
            <a:r>
              <a:rPr lang="ko-KR" altLang="en-US" dirty="0"/>
              <a:t>타깃이 </a:t>
            </a:r>
            <a:r>
              <a:rPr lang="en-US" altLang="ko-KR" dirty="0"/>
              <a:t>t</a:t>
            </a:r>
            <a:r>
              <a:rPr lang="ko-KR" altLang="en-US" dirty="0"/>
              <a:t>와 무관한 상수라는 게 </a:t>
            </a:r>
            <a:r>
              <a:rPr lang="en-US" altLang="ko-KR" dirty="0"/>
              <a:t>straight-path flow matching</a:t>
            </a:r>
            <a:r>
              <a:rPr lang="ko-KR" altLang="en-US" dirty="0"/>
              <a:t>의 핵심이고</a:t>
            </a:r>
            <a:r>
              <a:rPr lang="en-US" altLang="ko-KR" dirty="0"/>
              <a:t>, </a:t>
            </a:r>
            <a:r>
              <a:rPr lang="ko-KR" altLang="en-US" dirty="0"/>
              <a:t>논문 기준으로는 이게 </a:t>
            </a:r>
            <a:r>
              <a:rPr lang="en-US" altLang="ko-KR" dirty="0"/>
              <a:t>Eq.2, conditional flow matching loss</a:t>
            </a:r>
            <a:r>
              <a:rPr lang="ko-KR" altLang="en-US" dirty="0"/>
              <a:t>에 해당합니다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42E947-CEA7-B30C-B9CF-82B2E3F38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419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CF397-AD4A-ABBA-6E14-3D9BB74B0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0347ED-8D06-5239-D8A7-47F0BAB50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10DC73-6AF1-2271-CB71-630EB7336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두 번째</a:t>
            </a:r>
            <a:r>
              <a:rPr lang="en-US" altLang="ko-KR" dirty="0"/>
              <a:t>, integrate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추론 때는 </a:t>
            </a:r>
            <a:r>
              <a:rPr lang="en-US" altLang="ko-KR" dirty="0"/>
              <a:t>x1</a:t>
            </a:r>
            <a:r>
              <a:rPr lang="ko-KR" altLang="en-US" dirty="0"/>
              <a:t>을 모르니 </a:t>
            </a:r>
            <a:r>
              <a:rPr lang="en-US" altLang="ko-KR" dirty="0"/>
              <a:t>x0</a:t>
            </a:r>
            <a:r>
              <a:rPr lang="ko-KR" altLang="en-US" dirty="0"/>
              <a:t>에서 출발해 </a:t>
            </a:r>
            <a:r>
              <a:rPr lang="en-US" altLang="ko-KR" dirty="0"/>
              <a:t>velocity</a:t>
            </a:r>
            <a:r>
              <a:rPr lang="ko-KR" altLang="en-US" dirty="0"/>
              <a:t>가 알려주는 방향으로 </a:t>
            </a:r>
            <a:r>
              <a:rPr lang="en-US" altLang="ko-KR" dirty="0"/>
              <a:t>dt</a:t>
            </a:r>
            <a:r>
              <a:rPr lang="ko-KR" altLang="en-US" dirty="0"/>
              <a:t>만큼씩 걸어가는 </a:t>
            </a:r>
            <a:r>
              <a:rPr lang="en-US" altLang="ko-KR" dirty="0"/>
              <a:t>Euler </a:t>
            </a:r>
            <a:r>
              <a:rPr lang="ko-KR" altLang="en-US" dirty="0"/>
              <a:t>적분을 하는데</a:t>
            </a:r>
            <a:r>
              <a:rPr lang="en-US" altLang="ko-KR" dirty="0"/>
              <a:t>, </a:t>
            </a:r>
            <a:r>
              <a:rPr lang="ko-KR" altLang="en-US" dirty="0"/>
              <a:t>여기선 </a:t>
            </a:r>
            <a:r>
              <a:rPr lang="en-US" altLang="ko-KR" dirty="0"/>
              <a:t>100 </a:t>
            </a:r>
            <a:r>
              <a:rPr lang="ko-KR" altLang="en-US" dirty="0"/>
              <a:t>스텝을 씁니다</a:t>
            </a:r>
            <a:r>
              <a:rPr lang="en-US" altLang="ko-KR" dirty="0"/>
              <a:t>. </a:t>
            </a:r>
            <a:r>
              <a:rPr lang="en-US" altLang="ko-KR" dirty="0" err="1"/>
              <a:t>cfg_weight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이 아니면 매 스텝마다 조건부</a:t>
            </a:r>
            <a:r>
              <a:rPr lang="en-US" altLang="ko-KR" dirty="0"/>
              <a:t>·</a:t>
            </a:r>
            <a:r>
              <a:rPr lang="ko-KR" altLang="en-US" dirty="0"/>
              <a:t>무조건부 속도를 둘 다 구해 </a:t>
            </a:r>
            <a:r>
              <a:rPr lang="ko-KR" altLang="en-US" dirty="0" err="1"/>
              <a:t>외삽하는데</a:t>
            </a:r>
            <a:r>
              <a:rPr lang="en-US" altLang="ko-KR" dirty="0"/>
              <a:t>, </a:t>
            </a:r>
            <a:r>
              <a:rPr lang="ko-KR" altLang="en-US" dirty="0"/>
              <a:t>이게 </a:t>
            </a:r>
            <a:r>
              <a:rPr lang="en-US" altLang="ko-KR" dirty="0"/>
              <a:t>diffusion</a:t>
            </a:r>
            <a:r>
              <a:rPr lang="ko-KR" altLang="en-US" dirty="0"/>
              <a:t>의 </a:t>
            </a:r>
            <a:r>
              <a:rPr lang="en-US" altLang="ko-KR" dirty="0"/>
              <a:t>classifier-free guidance</a:t>
            </a:r>
            <a:r>
              <a:rPr lang="ko-KR" altLang="en-US" dirty="0"/>
              <a:t>를 </a:t>
            </a:r>
            <a:r>
              <a:rPr lang="en-US" altLang="ko-KR" dirty="0"/>
              <a:t>flow</a:t>
            </a:r>
            <a:r>
              <a:rPr lang="ko-KR" altLang="en-US" dirty="0"/>
              <a:t>에 그대로 옮긴 겁니다</a:t>
            </a:r>
            <a:r>
              <a:rPr lang="en-US" altLang="ko-KR" dirty="0"/>
              <a:t>. base </a:t>
            </a:r>
            <a:r>
              <a:rPr lang="en-US" altLang="ko-KR" dirty="0" err="1"/>
              <a:t>FlowMatching</a:t>
            </a:r>
            <a:r>
              <a:rPr lang="ko-KR" altLang="en-US" dirty="0"/>
              <a:t>은 이 </a:t>
            </a:r>
            <a:r>
              <a:rPr lang="en-US" altLang="ko-KR" dirty="0"/>
              <a:t>guidance </a:t>
            </a:r>
            <a:r>
              <a:rPr lang="ko-KR" altLang="en-US" dirty="0"/>
              <a:t>분기가 없고</a:t>
            </a:r>
            <a:r>
              <a:rPr lang="en-US" altLang="ko-KR" dirty="0"/>
              <a:t>, </a:t>
            </a:r>
            <a:r>
              <a:rPr lang="en-US" altLang="ko-KR" dirty="0" err="1"/>
              <a:t>PRiMeFlow</a:t>
            </a:r>
            <a:r>
              <a:rPr lang="ko-KR" altLang="en-US" dirty="0"/>
              <a:t>가 그 위에 얹은 상위 버전입니다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69E8A7-E9D9-E6CA-463D-C31F3E80A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8835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9268F-93FB-AFE1-A934-BB9CF85B3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3F4513-9A4E-2727-7646-2D94FFF89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C5C0DF-38A2-56A4-D1B0-4F9DCE166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세 번째</a:t>
            </a:r>
            <a:r>
              <a:rPr lang="en-US" altLang="ko-KR" dirty="0"/>
              <a:t>, predict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여기서 실제로 </a:t>
            </a:r>
            <a:r>
              <a:rPr lang="en-US" altLang="ko-KR" dirty="0"/>
              <a:t>OOM</a:t>
            </a:r>
            <a:r>
              <a:rPr lang="ko-KR" altLang="en-US" dirty="0"/>
              <a:t>이 터졌습니다</a:t>
            </a:r>
            <a:r>
              <a:rPr lang="en-US" altLang="ko-KR" dirty="0"/>
              <a:t>. </a:t>
            </a:r>
            <a:r>
              <a:rPr lang="ko-KR" altLang="en-US" dirty="0"/>
              <a:t>학습은 미니배치라 괜찮았는데</a:t>
            </a:r>
            <a:r>
              <a:rPr lang="en-US" altLang="ko-KR" dirty="0"/>
              <a:t>, </a:t>
            </a:r>
            <a:r>
              <a:rPr lang="ko-KR" altLang="en-US" dirty="0"/>
              <a:t>평가는 한 조건에 달린 셀을 전부 한 번에 넣다 보니 최대 </a:t>
            </a:r>
            <a:r>
              <a:rPr lang="en-US" altLang="ko-KR" dirty="0"/>
              <a:t>2</a:t>
            </a:r>
            <a:r>
              <a:rPr lang="ko-KR" altLang="en-US" dirty="0"/>
              <a:t>만 개까지 들어왔어요</a:t>
            </a:r>
            <a:r>
              <a:rPr lang="en-US" altLang="ko-KR" dirty="0"/>
              <a:t>. GeneUNet1D</a:t>
            </a:r>
            <a:r>
              <a:rPr lang="ko-KR" altLang="en-US" dirty="0"/>
              <a:t>의 </a:t>
            </a:r>
            <a:r>
              <a:rPr lang="en-US" altLang="ko-KR" dirty="0"/>
              <a:t>mid attention </a:t>
            </a:r>
            <a:r>
              <a:rPr lang="ko-KR" altLang="en-US" dirty="0"/>
              <a:t>블록이 유전자 축 길이 </a:t>
            </a:r>
            <a:r>
              <a:rPr lang="en-US" altLang="ko-KR" dirty="0"/>
              <a:t>L</a:t>
            </a:r>
            <a:r>
              <a:rPr lang="ko-KR" altLang="en-US" dirty="0"/>
              <a:t>에 대해 </a:t>
            </a:r>
            <a:r>
              <a:rPr lang="en-US" altLang="ko-KR" dirty="0"/>
              <a:t>O(L</a:t>
            </a:r>
            <a:r>
              <a:rPr lang="ko-KR" altLang="en-US" dirty="0"/>
              <a:t>제곱</a:t>
            </a:r>
            <a:r>
              <a:rPr lang="en-US" altLang="ko-KR" dirty="0"/>
              <a:t>) </a:t>
            </a:r>
            <a:r>
              <a:rPr lang="ko-KR" altLang="en-US" dirty="0" err="1"/>
              <a:t>어텐션</a:t>
            </a:r>
            <a:r>
              <a:rPr lang="ko-KR" altLang="en-US" dirty="0"/>
              <a:t> 행렬을 만드는데</a:t>
            </a:r>
            <a:r>
              <a:rPr lang="en-US" altLang="ko-KR" dirty="0"/>
              <a:t>, </a:t>
            </a:r>
            <a:r>
              <a:rPr lang="ko-KR" altLang="en-US" dirty="0"/>
              <a:t>여기에 </a:t>
            </a:r>
            <a:r>
              <a:rPr lang="en-US" altLang="ko-KR" dirty="0"/>
              <a:t>2</a:t>
            </a:r>
            <a:r>
              <a:rPr lang="ko-KR" altLang="en-US" dirty="0"/>
              <a:t>만 개 배치가 곱해지면 </a:t>
            </a:r>
            <a:r>
              <a:rPr lang="en-US" altLang="ko-KR" dirty="0"/>
              <a:t>VRAM</a:t>
            </a:r>
            <a:r>
              <a:rPr lang="ko-KR" altLang="en-US" dirty="0"/>
              <a:t>을 바로 초과합니다</a:t>
            </a:r>
            <a:r>
              <a:rPr lang="en-US" altLang="ko-KR" dirty="0"/>
              <a:t>. </a:t>
            </a:r>
            <a:r>
              <a:rPr lang="ko-KR" altLang="en-US" dirty="0"/>
              <a:t>해결은 단순합니다 </a:t>
            </a:r>
            <a:r>
              <a:rPr lang="en-US" altLang="ko-KR" dirty="0"/>
              <a:t>— </a:t>
            </a:r>
            <a:r>
              <a:rPr lang="ko-KR" altLang="en-US" dirty="0"/>
              <a:t>배치를 </a:t>
            </a:r>
            <a:r>
              <a:rPr lang="en-US" altLang="ko-KR" dirty="0"/>
              <a:t>512</a:t>
            </a:r>
            <a:r>
              <a:rPr lang="ko-KR" altLang="en-US" dirty="0"/>
              <a:t>개씩 잘라 </a:t>
            </a:r>
            <a:r>
              <a:rPr lang="en-US" altLang="ko-KR" dirty="0"/>
              <a:t>integrate</a:t>
            </a:r>
            <a:r>
              <a:rPr lang="ko-KR" altLang="en-US" dirty="0"/>
              <a:t>를 여러 번 호출하고 결과를 이어 붙였습니다</a:t>
            </a:r>
            <a:r>
              <a:rPr lang="en-US" altLang="ko-KR" dirty="0"/>
              <a:t>. </a:t>
            </a:r>
            <a:r>
              <a:rPr lang="ko-KR" altLang="en-US" dirty="0"/>
              <a:t>셀들은 독립으로 </a:t>
            </a:r>
            <a:r>
              <a:rPr lang="ko-KR" altLang="en-US" dirty="0" err="1"/>
              <a:t>적분되니</a:t>
            </a:r>
            <a:r>
              <a:rPr lang="ko-KR" altLang="en-US" dirty="0"/>
              <a:t> 잘라도 결과는 같고 </a:t>
            </a:r>
            <a:r>
              <a:rPr lang="en-US" altLang="ko-KR" dirty="0"/>
              <a:t>peak memory</a:t>
            </a:r>
            <a:r>
              <a:rPr lang="ko-KR" altLang="en-US" dirty="0"/>
              <a:t>만 낮아집니다</a:t>
            </a:r>
            <a:r>
              <a:rPr lang="en-US" altLang="ko-KR" dirty="0"/>
              <a:t>. </a:t>
            </a:r>
            <a:r>
              <a:rPr lang="ko-KR" altLang="en-US" dirty="0"/>
              <a:t>마지막으로 </a:t>
            </a:r>
            <a:r>
              <a:rPr lang="en-US" altLang="ko-KR" dirty="0"/>
              <a:t>nan/inf</a:t>
            </a:r>
            <a:r>
              <a:rPr lang="ko-KR" altLang="en-US" dirty="0"/>
              <a:t>는 </a:t>
            </a:r>
            <a:r>
              <a:rPr lang="en-US" altLang="ko-KR" dirty="0"/>
              <a:t>0</a:t>
            </a:r>
            <a:r>
              <a:rPr lang="ko-KR" altLang="en-US" dirty="0"/>
              <a:t>으로</a:t>
            </a:r>
            <a:r>
              <a:rPr lang="en-US" altLang="ko-KR" dirty="0"/>
              <a:t>, </a:t>
            </a:r>
            <a:r>
              <a:rPr lang="ko-KR" altLang="en-US" dirty="0"/>
              <a:t>값은 </a:t>
            </a:r>
            <a:r>
              <a:rPr lang="en-US" altLang="ko-KR" dirty="0"/>
              <a:t>0~12</a:t>
            </a:r>
            <a:r>
              <a:rPr lang="ko-KR" altLang="en-US" dirty="0"/>
              <a:t>로 </a:t>
            </a:r>
            <a:r>
              <a:rPr lang="ko-KR" altLang="en-US" dirty="0" err="1"/>
              <a:t>클리핑해</a:t>
            </a:r>
            <a:r>
              <a:rPr lang="ko-KR" altLang="en-US" dirty="0"/>
              <a:t> </a:t>
            </a:r>
            <a:r>
              <a:rPr lang="en-US" altLang="ko-KR" dirty="0"/>
              <a:t>log1p </a:t>
            </a:r>
            <a:r>
              <a:rPr lang="ko-KR" altLang="en-US" dirty="0"/>
              <a:t>발현 공간에서 비현실적 값을 막았습니다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2A1C7C-9D93-35C5-13CF-6A154F1E34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650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19362-F625-1737-5713-C50EF6DE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FF9E4E-D2FD-DEEA-C737-22A7D180A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77E7EE-0484-FFF5-3A36-A7628C8D3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네 번째</a:t>
            </a:r>
            <a:r>
              <a:rPr lang="en-US" altLang="ko-KR" dirty="0"/>
              <a:t>, GeneUNet1D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이미지용 </a:t>
            </a:r>
            <a:r>
              <a:rPr lang="en-US" altLang="ko-KR" dirty="0"/>
              <a:t>U-Net</a:t>
            </a:r>
            <a:r>
              <a:rPr lang="ko-KR" altLang="en-US" dirty="0"/>
              <a:t>을 유전자 발현 벡터에 맞춰 개조한 구조예요</a:t>
            </a:r>
            <a:r>
              <a:rPr lang="en-US" altLang="ko-KR" dirty="0"/>
              <a:t>. </a:t>
            </a:r>
            <a:r>
              <a:rPr lang="ko-KR" altLang="en-US" dirty="0"/>
              <a:t>이미지의 가로세로 </a:t>
            </a:r>
            <a:r>
              <a:rPr lang="ko-KR" altLang="en-US" dirty="0" err="1"/>
              <a:t>공간축을</a:t>
            </a:r>
            <a:r>
              <a:rPr lang="ko-KR" altLang="en-US" dirty="0"/>
              <a:t> 유전자 축 하나로 바꾸고 </a:t>
            </a:r>
            <a:r>
              <a:rPr lang="en-US" altLang="ko-KR" dirty="0"/>
              <a:t>Conv2d</a:t>
            </a:r>
            <a:r>
              <a:rPr lang="ko-KR" altLang="en-US" dirty="0"/>
              <a:t>를 </a:t>
            </a:r>
            <a:r>
              <a:rPr lang="en-US" altLang="ko-KR" dirty="0"/>
              <a:t>Conv1d</a:t>
            </a:r>
            <a:r>
              <a:rPr lang="ko-KR" altLang="en-US" dirty="0"/>
              <a:t>로 교체했습니다</a:t>
            </a:r>
            <a:r>
              <a:rPr lang="en-US" altLang="ko-KR" dirty="0"/>
              <a:t>. </a:t>
            </a:r>
            <a:r>
              <a:rPr lang="ko-KR" altLang="en-US" dirty="0"/>
              <a:t>조건은 </a:t>
            </a:r>
            <a:r>
              <a:rPr lang="en-US" altLang="ko-KR" dirty="0" err="1"/>
              <a:t>FiLM</a:t>
            </a:r>
            <a:r>
              <a:rPr lang="ko-KR" altLang="en-US" dirty="0"/>
              <a:t>으로 넣는데</a:t>
            </a:r>
            <a:r>
              <a:rPr lang="en-US" altLang="ko-KR" dirty="0"/>
              <a:t>, time</a:t>
            </a:r>
            <a:r>
              <a:rPr lang="ko-KR" altLang="en-US" dirty="0"/>
              <a:t>과 </a:t>
            </a:r>
            <a:r>
              <a:rPr lang="en-US" altLang="ko-KR" dirty="0"/>
              <a:t>condition</a:t>
            </a:r>
            <a:r>
              <a:rPr lang="ko-KR" altLang="en-US" dirty="0"/>
              <a:t>을 합친 </a:t>
            </a:r>
            <a:r>
              <a:rPr lang="ko-KR" altLang="en-US" dirty="0" err="1"/>
              <a:t>임베딩으로</a:t>
            </a:r>
            <a:r>
              <a:rPr lang="ko-KR" altLang="en-US" dirty="0"/>
              <a:t> 각 </a:t>
            </a:r>
            <a:r>
              <a:rPr lang="en-US" altLang="ko-KR" dirty="0" err="1"/>
              <a:t>ResBlock</a:t>
            </a:r>
            <a:r>
              <a:rPr lang="ko-KR" altLang="en-US" dirty="0"/>
              <a:t>의 </a:t>
            </a:r>
            <a:r>
              <a:rPr lang="en-US" altLang="ko-KR" dirty="0"/>
              <a:t>feature map</a:t>
            </a:r>
            <a:r>
              <a:rPr lang="ko-KR" altLang="en-US" dirty="0"/>
              <a:t>을 </a:t>
            </a:r>
            <a:r>
              <a:rPr lang="en-US" altLang="ko-KR" dirty="0" err="1"/>
              <a:t>scale·shift</a:t>
            </a:r>
            <a:r>
              <a:rPr lang="en-US" altLang="ko-KR" dirty="0"/>
              <a:t> 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r>
              <a:rPr lang="ko-KR" altLang="en-US" dirty="0"/>
              <a:t>구조는 </a:t>
            </a:r>
            <a:r>
              <a:rPr lang="en-US" altLang="ko-KR" dirty="0"/>
              <a:t>stride-2</a:t>
            </a:r>
            <a:r>
              <a:rPr lang="ko-KR" altLang="en-US" dirty="0"/>
              <a:t>로 절반씩 줄였다 </a:t>
            </a:r>
            <a:r>
              <a:rPr lang="en-US" altLang="ko-KR" dirty="0"/>
              <a:t>nearest</a:t>
            </a:r>
            <a:r>
              <a:rPr lang="ko-KR" altLang="en-US" dirty="0"/>
              <a:t>로 다시 키우고 </a:t>
            </a:r>
            <a:r>
              <a:rPr lang="en-US" altLang="ko-KR" dirty="0"/>
              <a:t>skip</a:t>
            </a:r>
            <a:r>
              <a:rPr lang="ko-KR" altLang="en-US" dirty="0"/>
              <a:t>을 </a:t>
            </a:r>
            <a:r>
              <a:rPr lang="en-US" altLang="ko-KR" dirty="0" err="1"/>
              <a:t>concat</a:t>
            </a:r>
            <a:r>
              <a:rPr lang="ko-KR" altLang="en-US" dirty="0"/>
              <a:t>하는 표준 </a:t>
            </a:r>
            <a:r>
              <a:rPr lang="en-US" altLang="ko-KR" dirty="0"/>
              <a:t>U-Net</a:t>
            </a:r>
            <a:r>
              <a:rPr lang="ko-KR" altLang="en-US" dirty="0"/>
              <a:t>이고</a:t>
            </a:r>
            <a:r>
              <a:rPr lang="en-US" altLang="ko-KR" dirty="0"/>
              <a:t>, attention</a:t>
            </a:r>
            <a:r>
              <a:rPr lang="ko-KR" altLang="en-US" dirty="0"/>
              <a:t>은 가장 압축된 </a:t>
            </a:r>
            <a:r>
              <a:rPr lang="en-US" altLang="ko-KR" dirty="0"/>
              <a:t>mid </a:t>
            </a:r>
            <a:r>
              <a:rPr lang="ko-KR" altLang="en-US" dirty="0"/>
              <a:t>블록에만 넣었습니다</a:t>
            </a:r>
            <a:r>
              <a:rPr lang="en-US" altLang="ko-KR" dirty="0"/>
              <a:t>. </a:t>
            </a:r>
            <a:r>
              <a:rPr lang="ko-KR" altLang="en-US" dirty="0"/>
              <a:t>이 </a:t>
            </a:r>
            <a:r>
              <a:rPr lang="en-US" altLang="ko-KR" dirty="0"/>
              <a:t>mid attention</a:t>
            </a:r>
            <a:r>
              <a:rPr lang="ko-KR" altLang="en-US" dirty="0"/>
              <a:t>이 방금 본 </a:t>
            </a:r>
            <a:r>
              <a:rPr lang="en-US" altLang="ko-KR" dirty="0"/>
              <a:t>predict</a:t>
            </a:r>
            <a:r>
              <a:rPr lang="ko-KR" altLang="en-US" dirty="0"/>
              <a:t>의 </a:t>
            </a:r>
            <a:r>
              <a:rPr lang="en-US" altLang="ko-KR" dirty="0"/>
              <a:t>OOM </a:t>
            </a:r>
            <a:r>
              <a:rPr lang="ko-KR" altLang="en-US" dirty="0"/>
              <a:t>원인이기도 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2C2E7B-A72B-049B-4C7F-D5592A9878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582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C256B-DCFD-4FA3-8907-E1B538C92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3671B6-3470-E30B-7019-36BD2B82F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FE4598-8026-D44C-E1D9-ECA687E9D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두 모델의 </a:t>
            </a:r>
            <a:r>
              <a:rPr lang="en-US" altLang="ko-KR" dirty="0"/>
              <a:t>config</a:t>
            </a:r>
            <a:r>
              <a:rPr lang="ko-KR" altLang="en-US" dirty="0"/>
              <a:t>를 나란히 놓은 표입니다</a:t>
            </a:r>
            <a:r>
              <a:rPr lang="en-US" altLang="ko-KR" dirty="0"/>
              <a:t>. </a:t>
            </a:r>
            <a:r>
              <a:rPr lang="en-US" altLang="ko-KR" dirty="0" err="1"/>
              <a:t>FlowMatching</a:t>
            </a:r>
            <a:r>
              <a:rPr lang="ko-KR" altLang="en-US" dirty="0"/>
              <a:t>은 </a:t>
            </a:r>
            <a:r>
              <a:rPr lang="en-US" altLang="ko-KR" dirty="0"/>
              <a:t>architecture</a:t>
            </a:r>
            <a:r>
              <a:rPr lang="ko-KR" altLang="en-US" dirty="0"/>
              <a:t>가 </a:t>
            </a:r>
            <a:r>
              <a:rPr lang="en-US" altLang="ko-KR" dirty="0"/>
              <a:t>MLP</a:t>
            </a:r>
            <a:r>
              <a:rPr lang="ko-KR" altLang="en-US" dirty="0"/>
              <a:t>이고 </a:t>
            </a:r>
            <a:r>
              <a:rPr lang="en-US" altLang="ko-KR" dirty="0"/>
              <a:t>source</a:t>
            </a:r>
            <a:r>
              <a:rPr lang="ko-KR" altLang="en-US" dirty="0"/>
              <a:t>를 </a:t>
            </a:r>
            <a:r>
              <a:rPr lang="en-US" altLang="ko-KR" dirty="0"/>
              <a:t>control/noise </a:t>
            </a:r>
            <a:r>
              <a:rPr lang="ko-KR" altLang="en-US" dirty="0"/>
              <a:t>중 고를 수 있는 반면</a:t>
            </a:r>
            <a:r>
              <a:rPr lang="en-US" altLang="ko-KR" dirty="0"/>
              <a:t>, </a:t>
            </a:r>
            <a:r>
              <a:rPr lang="en-US" altLang="ko-KR" dirty="0" err="1"/>
              <a:t>PRiMeFlow</a:t>
            </a:r>
            <a:r>
              <a:rPr lang="ko-KR" altLang="en-US" dirty="0"/>
              <a:t>는 </a:t>
            </a:r>
            <a:r>
              <a:rPr lang="en-US" altLang="ko-KR" dirty="0"/>
              <a:t>U-Net</a:t>
            </a:r>
            <a:r>
              <a:rPr lang="ko-KR" altLang="en-US" dirty="0"/>
              <a:t>에 </a:t>
            </a:r>
            <a:r>
              <a:rPr lang="en-US" altLang="ko-KR" dirty="0"/>
              <a:t>source</a:t>
            </a:r>
            <a:r>
              <a:rPr lang="ko-KR" altLang="en-US" dirty="0"/>
              <a:t>를 </a:t>
            </a:r>
            <a:r>
              <a:rPr lang="en-US" altLang="ko-KR" dirty="0"/>
              <a:t>noise</a:t>
            </a:r>
            <a:r>
              <a:rPr lang="ko-KR" altLang="en-US" dirty="0"/>
              <a:t>로 고정하고 </a:t>
            </a:r>
            <a:r>
              <a:rPr lang="en-US" altLang="ko-KR" dirty="0" err="1"/>
              <a:t>p_uncond</a:t>
            </a:r>
            <a:r>
              <a:rPr lang="ko-KR" altLang="en-US" dirty="0"/>
              <a:t>와 </a:t>
            </a:r>
            <a:r>
              <a:rPr lang="en-US" altLang="ko-KR" dirty="0" err="1"/>
              <a:t>cfg_weight</a:t>
            </a:r>
            <a:r>
              <a:rPr lang="ko-KR" altLang="en-US" dirty="0"/>
              <a:t>가 추가됩니다</a:t>
            </a:r>
            <a:r>
              <a:rPr lang="en-US" altLang="ko-KR" dirty="0"/>
              <a:t>. </a:t>
            </a:r>
            <a:r>
              <a:rPr lang="ko-KR" altLang="en-US" dirty="0"/>
              <a:t>한 가지 </a:t>
            </a:r>
            <a:r>
              <a:rPr lang="ko-KR" altLang="en-US" dirty="0" err="1"/>
              <a:t>짚어둘</a:t>
            </a:r>
            <a:r>
              <a:rPr lang="ko-KR" altLang="en-US" dirty="0"/>
              <a:t> 건</a:t>
            </a:r>
            <a:r>
              <a:rPr lang="en-US" altLang="ko-KR" dirty="0"/>
              <a:t>, </a:t>
            </a:r>
            <a:r>
              <a:rPr lang="ko-KR" altLang="en-US" dirty="0"/>
              <a:t>제 </a:t>
            </a:r>
            <a:r>
              <a:rPr lang="en-US" altLang="ko-KR" dirty="0" err="1"/>
              <a:t>PRiMeFlow</a:t>
            </a:r>
            <a:r>
              <a:rPr lang="ko-KR" altLang="en-US" dirty="0"/>
              <a:t>의 </a:t>
            </a:r>
            <a:r>
              <a:rPr lang="en-US" altLang="ko-KR" dirty="0"/>
              <a:t>learning rate</a:t>
            </a:r>
            <a:r>
              <a:rPr lang="ko-KR" altLang="en-US" dirty="0"/>
              <a:t>가 </a:t>
            </a:r>
            <a:r>
              <a:rPr lang="en-US" altLang="ko-KR" dirty="0"/>
              <a:t>1e-3</a:t>
            </a:r>
            <a:r>
              <a:rPr lang="ko-KR" altLang="en-US" dirty="0"/>
              <a:t>인데 논문은 </a:t>
            </a:r>
            <a:r>
              <a:rPr lang="en-US" altLang="ko-KR" dirty="0"/>
              <a:t>5e-5</a:t>
            </a:r>
            <a:r>
              <a:rPr lang="ko-KR" altLang="en-US" dirty="0"/>
              <a:t>를 씁니다</a:t>
            </a:r>
            <a:r>
              <a:rPr lang="en-US" altLang="ko-KR" dirty="0"/>
              <a:t>. </a:t>
            </a:r>
            <a:r>
              <a:rPr lang="ko-KR" altLang="en-US" dirty="0"/>
              <a:t>논문보다 </a:t>
            </a:r>
            <a:r>
              <a:rPr lang="en-US" altLang="ko-KR" dirty="0"/>
              <a:t>20</a:t>
            </a:r>
            <a:r>
              <a:rPr lang="ko-KR" altLang="en-US" dirty="0"/>
              <a:t>배 큰 값이라 앞서 </a:t>
            </a:r>
            <a:r>
              <a:rPr lang="en-US" altLang="ko-KR" dirty="0"/>
              <a:t>fp16 </a:t>
            </a:r>
            <a:r>
              <a:rPr lang="ko-KR" altLang="en-US" dirty="0"/>
              <a:t>발산과도 연결될 수 있는 지점이고요</a:t>
            </a:r>
            <a:r>
              <a:rPr lang="en-US" altLang="ko-KR" dirty="0"/>
              <a:t>. </a:t>
            </a:r>
            <a:r>
              <a:rPr lang="en-US" altLang="ko-KR" dirty="0" err="1"/>
              <a:t>p_uncond</a:t>
            </a:r>
            <a:r>
              <a:rPr lang="ko-KR" altLang="en-US" dirty="0"/>
              <a:t>도 논문은 </a:t>
            </a:r>
            <a:r>
              <a:rPr lang="en-US" altLang="ko-KR" dirty="0"/>
              <a:t>0.2</a:t>
            </a:r>
            <a:r>
              <a:rPr lang="ko-KR" altLang="en-US" dirty="0"/>
              <a:t>인데 저는 </a:t>
            </a:r>
            <a:r>
              <a:rPr lang="en-US" altLang="ko-KR" dirty="0"/>
              <a:t>0.1</a:t>
            </a:r>
            <a:r>
              <a:rPr lang="ko-KR" altLang="en-US" dirty="0"/>
              <a:t>로 잡았습니다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A22BCE-05A0-AC26-D2DD-F9E228C50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605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163F0-DDD6-F79C-FEAB-B7E455067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930E52-C3EF-47F8-DC3E-A38484B5B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AAC12F-04CD-9CED-0FFE-E1147E62D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결과입니다</a:t>
            </a:r>
            <a:r>
              <a:rPr lang="en-US" altLang="ko-KR" dirty="0"/>
              <a:t>. </a:t>
            </a:r>
            <a:r>
              <a:rPr lang="ko-KR" altLang="en-US" dirty="0" err="1"/>
              <a:t>모델별</a:t>
            </a:r>
            <a:r>
              <a:rPr lang="ko-KR" altLang="en-US" dirty="0"/>
              <a:t> 성능 프로파일을 레이더 차트로 그린 건데</a:t>
            </a:r>
            <a:r>
              <a:rPr lang="en-US" altLang="ko-KR" dirty="0"/>
              <a:t>, </a:t>
            </a:r>
            <a:r>
              <a:rPr lang="ko-KR" altLang="en-US" dirty="0"/>
              <a:t>각 축이 하나의 지표이고 바깥으로 넓게 퍼질수록 좋습니다</a:t>
            </a:r>
            <a:r>
              <a:rPr lang="en-US" altLang="ko-KR" dirty="0"/>
              <a:t>. </a:t>
            </a:r>
            <a:r>
              <a:rPr lang="ko-KR" altLang="en-US" dirty="0"/>
              <a:t>여기 여섯 개는 </a:t>
            </a:r>
            <a:r>
              <a:rPr lang="en-US" altLang="ko-KR" dirty="0"/>
              <a:t>baseline</a:t>
            </a:r>
            <a:r>
              <a:rPr lang="ko-KR" altLang="en-US" dirty="0"/>
              <a:t>들 </a:t>
            </a:r>
            <a:r>
              <a:rPr lang="en-US" altLang="ko-KR" dirty="0"/>
              <a:t>— Decoder-only, CPA, Latent/Linear additive, </a:t>
            </a:r>
            <a:r>
              <a:rPr lang="en-US" altLang="ko-KR" dirty="0" err="1"/>
              <a:t>Biolord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en-US" altLang="ko-KR" dirty="0" err="1"/>
              <a:t>FlowMatching</a:t>
            </a:r>
            <a:r>
              <a:rPr lang="en-US" altLang="ko-KR" dirty="0"/>
              <a:t>-U-Net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대체로 넓고 균형 잡힌 형태를 보이는 걸 확인할 수 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CD272-A2C3-6E2A-ED53-67CD27282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3275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4A78E-DCBD-8F9C-1296-D6FA3C55F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8B3126-C8B2-7047-CB7D-A2257B5B3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A3DC56-7AEB-9FC3-D3C6-DFF4596E3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나머지 모델들입니다 </a:t>
            </a:r>
            <a:r>
              <a:rPr lang="en-US" altLang="ko-KR" dirty="0"/>
              <a:t>— SAMS-VAE, </a:t>
            </a:r>
            <a:r>
              <a:rPr lang="en-US" altLang="ko-KR" dirty="0" err="1"/>
              <a:t>FlowMatching</a:t>
            </a:r>
            <a:r>
              <a:rPr lang="en-US" altLang="ko-KR" dirty="0"/>
              <a:t>-MLP, </a:t>
            </a:r>
            <a:r>
              <a:rPr lang="ko-KR" altLang="en-US" dirty="0"/>
              <a:t>그리고 </a:t>
            </a:r>
            <a:r>
              <a:rPr lang="en-US" altLang="ko-KR" dirty="0"/>
              <a:t>CFG</a:t>
            </a:r>
            <a:r>
              <a:rPr lang="ko-KR" altLang="en-US" dirty="0"/>
              <a:t>를 </a:t>
            </a:r>
            <a:r>
              <a:rPr lang="en-US" altLang="ko-KR" dirty="0"/>
              <a:t>1, 3, 5</a:t>
            </a:r>
            <a:r>
              <a:rPr lang="ko-KR" altLang="en-US" dirty="0"/>
              <a:t>로 바꾼 </a:t>
            </a:r>
            <a:r>
              <a:rPr lang="en-US" altLang="ko-KR" dirty="0" err="1"/>
              <a:t>PRiMeFlow</a:t>
            </a:r>
            <a:r>
              <a:rPr lang="en-US" altLang="ko-KR" dirty="0"/>
              <a:t> </a:t>
            </a:r>
            <a:r>
              <a:rPr lang="ko-KR" altLang="en-US" dirty="0"/>
              <a:t>세 버전입니다</a:t>
            </a:r>
            <a:r>
              <a:rPr lang="en-US" altLang="ko-KR" dirty="0"/>
              <a:t>. </a:t>
            </a:r>
            <a:r>
              <a:rPr lang="ko-KR" altLang="en-US" dirty="0"/>
              <a:t>오른쪽 아래에 차트 읽는 법을 정리해 뒀습니다</a:t>
            </a:r>
            <a:r>
              <a:rPr lang="en-US" altLang="ko-KR" dirty="0"/>
              <a:t>. </a:t>
            </a:r>
            <a:r>
              <a:rPr lang="en-US" altLang="ko-KR" dirty="0" err="1"/>
              <a:t>PRiMeFlow</a:t>
            </a:r>
            <a:r>
              <a:rPr lang="ko-KR" altLang="en-US" dirty="0"/>
              <a:t>는 특정 축에서는 뾰족하게 튀지만 전체적으로 한쪽으로 찌그러진 형태라</a:t>
            </a:r>
            <a:r>
              <a:rPr lang="en-US" altLang="ko-KR" dirty="0"/>
              <a:t>, baseline</a:t>
            </a:r>
            <a:r>
              <a:rPr lang="ko-KR" altLang="en-US" dirty="0"/>
              <a:t>만큼 고르게 넓지 못합니다</a:t>
            </a:r>
            <a:r>
              <a:rPr lang="en-US" altLang="ko-KR" dirty="0"/>
              <a:t>. </a:t>
            </a:r>
            <a:r>
              <a:rPr lang="ko-KR" altLang="en-US" dirty="0"/>
              <a:t>이 불균형이 바로 뒤에서 다룰 </a:t>
            </a:r>
            <a:r>
              <a:rPr lang="en-US" altLang="ko-KR" dirty="0"/>
              <a:t>MMD_PCA </a:t>
            </a:r>
            <a:r>
              <a:rPr lang="ko-KR" altLang="en-US" dirty="0"/>
              <a:t>이상치와 연결됩니다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40DC57-9AC9-9E76-1772-F9DF435512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0251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34288-3576-1C6B-FF42-A306CD4AB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359051-99DF-5CB9-F32D-CB16648F0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AB8B8F-8F19-DB08-AB37-B9B69E3E7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같은 결과를 </a:t>
            </a:r>
            <a:r>
              <a:rPr lang="ko-KR" altLang="en-US" dirty="0" err="1"/>
              <a:t>히트맵으로도</a:t>
            </a:r>
            <a:r>
              <a:rPr lang="ko-KR" altLang="en-US" dirty="0"/>
              <a:t> 정리해봤습니다</a:t>
            </a:r>
            <a:r>
              <a:rPr lang="en-US" altLang="ko-KR" dirty="0"/>
              <a:t>. </a:t>
            </a:r>
            <a:r>
              <a:rPr lang="ko-KR" altLang="en-US" dirty="0"/>
              <a:t>행이 모델</a:t>
            </a:r>
            <a:r>
              <a:rPr lang="en-US" altLang="ko-KR" dirty="0"/>
              <a:t>, </a:t>
            </a:r>
            <a:r>
              <a:rPr lang="ko-KR" altLang="en-US" dirty="0"/>
              <a:t>열이 지표이고 색이 진할수록 정규화 점수가 좋습니다</a:t>
            </a:r>
            <a:r>
              <a:rPr lang="en-US" altLang="ko-KR" dirty="0"/>
              <a:t>. </a:t>
            </a:r>
            <a:r>
              <a:rPr lang="ko-KR" altLang="en-US" dirty="0"/>
              <a:t>오른쪽 </a:t>
            </a:r>
            <a:r>
              <a:rPr lang="en-US" altLang="ko-KR" dirty="0"/>
              <a:t>overall </a:t>
            </a:r>
            <a:r>
              <a:rPr lang="ko-KR" altLang="en-US" dirty="0"/>
              <a:t>열이 </a:t>
            </a:r>
            <a:r>
              <a:rPr lang="en-US" altLang="ko-KR" dirty="0"/>
              <a:t>6</a:t>
            </a:r>
            <a:r>
              <a:rPr lang="ko-KR" altLang="en-US" dirty="0"/>
              <a:t>개 그룹 평균 점수인데</a:t>
            </a:r>
            <a:r>
              <a:rPr lang="en-US" altLang="ko-KR" dirty="0"/>
              <a:t>, </a:t>
            </a:r>
            <a:r>
              <a:rPr lang="ko-KR" altLang="en-US" dirty="0"/>
              <a:t>여기서도 </a:t>
            </a:r>
            <a:r>
              <a:rPr lang="en-US" altLang="ko-KR" dirty="0" err="1"/>
              <a:t>PRiMeFlow</a:t>
            </a:r>
            <a:r>
              <a:rPr lang="en-US" altLang="ko-KR" dirty="0"/>
              <a:t> </a:t>
            </a:r>
            <a:r>
              <a:rPr lang="ko-KR" altLang="en-US" dirty="0"/>
              <a:t>세 버전이 하위권에 몰려 있습니다</a:t>
            </a:r>
            <a:r>
              <a:rPr lang="en-US" altLang="ko-KR" dirty="0"/>
              <a:t>. </a:t>
            </a:r>
            <a:r>
              <a:rPr lang="ko-KR" altLang="en-US" dirty="0"/>
              <a:t>특히 </a:t>
            </a:r>
            <a:r>
              <a:rPr lang="en-US" altLang="ko-KR" dirty="0"/>
              <a:t>MMD_PCA </a:t>
            </a:r>
            <a:r>
              <a:rPr lang="ko-KR" altLang="en-US" dirty="0"/>
              <a:t>열에서 값이 크게 튀는데</a:t>
            </a:r>
            <a:r>
              <a:rPr lang="en-US" altLang="ko-KR" dirty="0"/>
              <a:t>, </a:t>
            </a:r>
            <a:r>
              <a:rPr lang="ko-KR" altLang="en-US" dirty="0"/>
              <a:t>이게 다음 슬라이드의 핵심 논점입니다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5BC7B4-02B8-8D91-8848-044646576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5601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DE366-6C46-6E1B-1197-1A7440014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091482-CE38-65BE-B399-193230E08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1502AE-76CA-3020-B6F3-137D31A76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마지막으로 한계와 원인 분석입니다</a:t>
            </a:r>
            <a:r>
              <a:rPr lang="en-US" altLang="ko-KR" dirty="0"/>
              <a:t>. </a:t>
            </a:r>
            <a:r>
              <a:rPr lang="ko-KR" altLang="en-US" dirty="0"/>
              <a:t>찾아낸 현상은</a:t>
            </a:r>
            <a:r>
              <a:rPr lang="en-US" altLang="ko-KR" dirty="0"/>
              <a:t>, </a:t>
            </a:r>
            <a:r>
              <a:rPr lang="en-US" altLang="ko-KR" dirty="0" err="1"/>
              <a:t>PRiMeFlow</a:t>
            </a:r>
            <a:r>
              <a:rPr lang="ko-KR" altLang="en-US" dirty="0"/>
              <a:t>에서만 </a:t>
            </a:r>
            <a:r>
              <a:rPr lang="en-US" altLang="ko-KR" dirty="0"/>
              <a:t>MMD_PCA</a:t>
            </a:r>
            <a:r>
              <a:rPr lang="ko-KR" altLang="en-US" dirty="0"/>
              <a:t>가 </a:t>
            </a:r>
            <a:r>
              <a:rPr lang="en-US" altLang="ko-KR" dirty="0"/>
              <a:t>baseline</a:t>
            </a:r>
            <a:r>
              <a:rPr lang="ko-KR" altLang="en-US" dirty="0"/>
              <a:t>보다 </a:t>
            </a:r>
            <a:r>
              <a:rPr lang="en-US" altLang="ko-KR" dirty="0"/>
              <a:t>6</a:t>
            </a:r>
            <a:r>
              <a:rPr lang="ko-KR" altLang="en-US" dirty="0"/>
              <a:t>배에서 </a:t>
            </a:r>
            <a:r>
              <a:rPr lang="en-US" altLang="ko-KR" dirty="0"/>
              <a:t>17</a:t>
            </a:r>
            <a:r>
              <a:rPr lang="ko-KR" altLang="en-US" dirty="0"/>
              <a:t>배까지 나빴습니다</a:t>
            </a:r>
            <a:r>
              <a:rPr lang="en-US" altLang="ko-KR" dirty="0"/>
              <a:t>. top-k recall</a:t>
            </a:r>
            <a:r>
              <a:rPr lang="ko-KR" altLang="en-US" dirty="0"/>
              <a:t>은 준수한데 분포 자체가 크게 어긋난다는 뜻이에요</a:t>
            </a:r>
            <a:r>
              <a:rPr lang="en-US" altLang="ko-KR" dirty="0"/>
              <a:t>. </a:t>
            </a:r>
            <a:r>
              <a:rPr lang="ko-KR" altLang="en-US" dirty="0"/>
              <a:t>원인 후보를 둘로 좁혔습니다</a:t>
            </a:r>
            <a:r>
              <a:rPr lang="en-US" altLang="ko-KR" dirty="0"/>
              <a:t>. </a:t>
            </a:r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입력 표현의 누락입니다</a:t>
            </a:r>
            <a:r>
              <a:rPr lang="en-US" altLang="ko-KR" dirty="0"/>
              <a:t>. </a:t>
            </a:r>
            <a:r>
              <a:rPr lang="ko-KR" altLang="en-US" dirty="0"/>
              <a:t>논문은 </a:t>
            </a:r>
            <a:r>
              <a:rPr lang="ko-KR" altLang="en-US" dirty="0" err="1"/>
              <a:t>발현값을</a:t>
            </a:r>
            <a:r>
              <a:rPr lang="ko-KR" altLang="en-US" dirty="0"/>
              <a:t> </a:t>
            </a:r>
            <a:r>
              <a:rPr lang="en-US" altLang="ko-KR" dirty="0"/>
              <a:t>sinusoidal</a:t>
            </a:r>
            <a:r>
              <a:rPr lang="ko-KR" altLang="en-US" dirty="0"/>
              <a:t>로 인코딩하고 유전자별 </a:t>
            </a:r>
            <a:r>
              <a:rPr lang="en-US" altLang="ko-KR" dirty="0"/>
              <a:t>learnable embedding</a:t>
            </a:r>
            <a:r>
              <a:rPr lang="ko-KR" altLang="en-US" dirty="0"/>
              <a:t>을 더해 넣는데</a:t>
            </a:r>
            <a:r>
              <a:rPr lang="en-US" altLang="ko-KR" dirty="0"/>
              <a:t>, </a:t>
            </a:r>
            <a:r>
              <a:rPr lang="ko-KR" altLang="en-US" dirty="0"/>
              <a:t>제 구현은 </a:t>
            </a:r>
            <a:r>
              <a:rPr lang="en-US" altLang="ko-KR" dirty="0"/>
              <a:t>raw </a:t>
            </a:r>
            <a:r>
              <a:rPr lang="ko-KR" altLang="en-US" dirty="0"/>
              <a:t>스칼라를 </a:t>
            </a:r>
            <a:r>
              <a:rPr lang="en-US" altLang="ko-KR" dirty="0"/>
              <a:t>Conv1d</a:t>
            </a:r>
            <a:r>
              <a:rPr lang="ko-KR" altLang="en-US" dirty="0"/>
              <a:t>로 그냥 </a:t>
            </a:r>
            <a:r>
              <a:rPr lang="en-US" altLang="ko-KR" dirty="0"/>
              <a:t>lift</a:t>
            </a:r>
            <a:r>
              <a:rPr lang="ko-KR" altLang="en-US" dirty="0"/>
              <a:t>만 했습니다</a:t>
            </a:r>
            <a:r>
              <a:rPr lang="en-US" altLang="ko-KR" dirty="0"/>
              <a:t>. </a:t>
            </a:r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이게 결정적인데</a:t>
            </a:r>
            <a:r>
              <a:rPr lang="en-US" altLang="ko-KR" dirty="0"/>
              <a:t>, </a:t>
            </a:r>
            <a:r>
              <a:rPr lang="ko-KR" altLang="en-US" dirty="0"/>
              <a:t>제 </a:t>
            </a:r>
            <a:r>
              <a:rPr lang="en-US" altLang="ko-KR" dirty="0"/>
              <a:t>MMD_PCA </a:t>
            </a:r>
            <a:r>
              <a:rPr lang="ko-KR" altLang="en-US" dirty="0"/>
              <a:t>값 약 </a:t>
            </a:r>
            <a:r>
              <a:rPr lang="en-US" altLang="ko-KR" dirty="0"/>
              <a:t>19</a:t>
            </a:r>
            <a:r>
              <a:rPr lang="ko-KR" altLang="en-US" dirty="0"/>
              <a:t>가 논문의 정상 </a:t>
            </a:r>
            <a:r>
              <a:rPr lang="en-US" altLang="ko-KR" dirty="0"/>
              <a:t>U-Net </a:t>
            </a:r>
            <a:r>
              <a:rPr lang="ko-KR" altLang="en-US" dirty="0"/>
              <a:t>결과 </a:t>
            </a:r>
            <a:r>
              <a:rPr lang="en-US" altLang="ko-KR" dirty="0"/>
              <a:t>0.14</a:t>
            </a:r>
            <a:r>
              <a:rPr lang="ko-KR" altLang="en-US" dirty="0"/>
              <a:t>가 아니라 논문에서 실패한 </a:t>
            </a:r>
            <a:r>
              <a:rPr lang="en-US" altLang="ko-KR" dirty="0"/>
              <a:t>MLP ablation </a:t>
            </a:r>
            <a:r>
              <a:rPr lang="ko-KR" altLang="en-US" dirty="0"/>
              <a:t>값 </a:t>
            </a:r>
            <a:r>
              <a:rPr lang="en-US" altLang="ko-KR" dirty="0"/>
              <a:t>18</a:t>
            </a:r>
            <a:r>
              <a:rPr lang="ko-KR" altLang="en-US" dirty="0"/>
              <a:t>과 거의 일치합니다</a:t>
            </a:r>
            <a:r>
              <a:rPr lang="en-US" altLang="ko-KR" dirty="0"/>
              <a:t>. </a:t>
            </a:r>
            <a:r>
              <a:rPr lang="ko-KR" altLang="en-US" dirty="0"/>
              <a:t>즉 </a:t>
            </a:r>
            <a:r>
              <a:rPr lang="en-US" altLang="ko-KR" dirty="0"/>
              <a:t>U-Net</a:t>
            </a:r>
            <a:r>
              <a:rPr lang="ko-KR" altLang="en-US" dirty="0"/>
              <a:t>이 원래 줘야 할 이점을 못 살리고 사실상 </a:t>
            </a:r>
            <a:r>
              <a:rPr lang="en-US" altLang="ko-KR" dirty="0"/>
              <a:t>MLP</a:t>
            </a:r>
            <a:r>
              <a:rPr lang="ko-KR" altLang="en-US" dirty="0"/>
              <a:t>처럼 퇴화했다는 신호입니다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9202E7-2AC9-6378-8988-0384171EB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5405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76FB3-8352-A153-B57E-5CB9C5A73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061704-EC43-6149-AB6F-B2C225581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7529A9-6D00-6FD7-728E-25A38FC49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또 하나 흥미로운 관찰입니다</a:t>
            </a:r>
            <a:r>
              <a:rPr lang="en-US" altLang="ko-KR" dirty="0"/>
              <a:t>. </a:t>
            </a:r>
            <a:r>
              <a:rPr lang="ko-KR" altLang="en-US" dirty="0"/>
              <a:t>개발 중 남긴 초기 로그이고 최종 벤치마크와는 별개입니다</a:t>
            </a:r>
            <a:r>
              <a:rPr lang="en-US" altLang="ko-KR" dirty="0"/>
              <a:t>. </a:t>
            </a:r>
            <a:r>
              <a:rPr lang="en-US" altLang="ko-KR" dirty="0" err="1"/>
              <a:t>FlowMatching</a:t>
            </a:r>
            <a:r>
              <a:rPr lang="en-US" altLang="ko-KR" dirty="0"/>
              <a:t>-U-Net</a:t>
            </a:r>
            <a:r>
              <a:rPr lang="ko-KR" altLang="en-US" dirty="0"/>
              <a:t>에서 </a:t>
            </a:r>
            <a:r>
              <a:rPr lang="en-US" altLang="ko-KR" dirty="0"/>
              <a:t>source</a:t>
            </a:r>
            <a:r>
              <a:rPr lang="ko-KR" altLang="en-US" dirty="0"/>
              <a:t>를 </a:t>
            </a:r>
            <a:r>
              <a:rPr lang="en-US" altLang="ko-KR" dirty="0"/>
              <a:t>noise</a:t>
            </a:r>
            <a:r>
              <a:rPr lang="ko-KR" altLang="en-US" dirty="0"/>
              <a:t>로 두면 </a:t>
            </a:r>
            <a:r>
              <a:rPr lang="en-US" altLang="ko-KR" dirty="0"/>
              <a:t>RMSE 0.545</a:t>
            </a:r>
            <a:r>
              <a:rPr lang="ko-KR" altLang="en-US" dirty="0"/>
              <a:t>에 </a:t>
            </a:r>
            <a:r>
              <a:rPr lang="en-US" altLang="ko-KR" dirty="0"/>
              <a:t>MMD_PCA 16.3</a:t>
            </a:r>
            <a:r>
              <a:rPr lang="ko-KR" altLang="en-US" dirty="0"/>
              <a:t>인데</a:t>
            </a:r>
            <a:r>
              <a:rPr lang="en-US" altLang="ko-KR" dirty="0"/>
              <a:t>, source</a:t>
            </a:r>
            <a:r>
              <a:rPr lang="ko-KR" altLang="en-US" dirty="0"/>
              <a:t>를 </a:t>
            </a:r>
            <a:r>
              <a:rPr lang="en-US" altLang="ko-KR" dirty="0"/>
              <a:t>control</a:t>
            </a:r>
            <a:r>
              <a:rPr lang="ko-KR" altLang="en-US" dirty="0"/>
              <a:t>로 바꾸면 </a:t>
            </a:r>
            <a:r>
              <a:rPr lang="en-US" altLang="ko-KR" dirty="0"/>
              <a:t>RMSE</a:t>
            </a:r>
            <a:r>
              <a:rPr lang="ko-KR" altLang="en-US" dirty="0"/>
              <a:t>는 </a:t>
            </a:r>
            <a:r>
              <a:rPr lang="en-US" altLang="ko-KR" dirty="0"/>
              <a:t>0.112</a:t>
            </a:r>
            <a:r>
              <a:rPr lang="ko-KR" altLang="en-US" dirty="0"/>
              <a:t>로 확 좋아지지만 </a:t>
            </a:r>
            <a:r>
              <a:rPr lang="en-US" altLang="ko-KR" dirty="0"/>
              <a:t>R</a:t>
            </a:r>
            <a:r>
              <a:rPr lang="ko-KR" altLang="en-US" dirty="0"/>
              <a:t>제곱이 마이너스 </a:t>
            </a:r>
            <a:r>
              <a:rPr lang="en-US" altLang="ko-KR" dirty="0"/>
              <a:t>0.999</a:t>
            </a:r>
            <a:r>
              <a:rPr lang="ko-KR" altLang="en-US" dirty="0"/>
              <a:t>로 완전히 무너집니다</a:t>
            </a:r>
            <a:r>
              <a:rPr lang="en-US" altLang="ko-KR" dirty="0"/>
              <a:t>. </a:t>
            </a:r>
            <a:r>
              <a:rPr lang="ko-KR" altLang="en-US" dirty="0"/>
              <a:t>어느 한쪽이 일방적으로 낫지 않고 지표마다 정반대로 반응하는 거예요</a:t>
            </a:r>
            <a:r>
              <a:rPr lang="en-US" altLang="ko-KR" dirty="0"/>
              <a:t>. </a:t>
            </a:r>
            <a:r>
              <a:rPr lang="ko-KR" altLang="en-US" dirty="0"/>
              <a:t>참고로 논문은 </a:t>
            </a:r>
            <a:r>
              <a:rPr lang="en-US" altLang="ko-KR" dirty="0"/>
              <a:t>noise source</a:t>
            </a:r>
            <a:r>
              <a:rPr lang="ko-KR" altLang="en-US" dirty="0"/>
              <a:t>로도 최고 성능을 내기 때문에</a:t>
            </a:r>
            <a:r>
              <a:rPr lang="en-US" altLang="ko-KR" dirty="0"/>
              <a:t>, noise </a:t>
            </a:r>
            <a:r>
              <a:rPr lang="ko-KR" altLang="en-US" dirty="0"/>
              <a:t>자체가 </a:t>
            </a:r>
            <a:r>
              <a:rPr lang="ko-KR" altLang="en-US" dirty="0" err="1"/>
              <a:t>문제라기</a:t>
            </a:r>
            <a:r>
              <a:rPr lang="ko-KR" altLang="en-US" dirty="0"/>
              <a:t> 보다 제 구현이 아직 덜 맞춰졌다고 보는 게 맞습니다</a:t>
            </a:r>
            <a:r>
              <a:rPr lang="en-US" altLang="ko-KR" dirty="0"/>
              <a:t>. </a:t>
            </a:r>
            <a:r>
              <a:rPr lang="ko-KR" altLang="en-US" dirty="0"/>
              <a:t>이 부분은 아직 완전히 이해하지 못한 상태입니다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52F24E-0DA5-5515-EA9A-347D4BDC5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3865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A45C2-55A8-219D-A40B-8B09CC3F9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A86C71-0D77-CB63-4CF7-C05485108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01E7EC-B41C-F436-ADA1-D33A316F4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마지막으로 앞으로 시도해볼 것들입니다</a:t>
            </a:r>
            <a:r>
              <a:rPr lang="en-US" altLang="ko-KR" dirty="0"/>
              <a:t>. </a:t>
            </a:r>
            <a:r>
              <a:rPr lang="ko-KR" altLang="en-US" dirty="0"/>
              <a:t>첫째</a:t>
            </a:r>
            <a:r>
              <a:rPr lang="en-US" altLang="ko-KR" dirty="0"/>
              <a:t>, raw </a:t>
            </a:r>
            <a:r>
              <a:rPr lang="ko-KR" altLang="en-US" dirty="0"/>
              <a:t>스칼라 </a:t>
            </a:r>
            <a:r>
              <a:rPr lang="en-US" altLang="ko-KR" dirty="0"/>
              <a:t>lift </a:t>
            </a:r>
            <a:r>
              <a:rPr lang="ko-KR" altLang="en-US" dirty="0"/>
              <a:t>대신 논문의 입력 인코딩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dirty="0"/>
              <a:t>sinusoidal </a:t>
            </a:r>
            <a:r>
              <a:rPr lang="ko-KR" altLang="en-US" dirty="0"/>
              <a:t>인코딩과 유전자 </a:t>
            </a:r>
            <a:r>
              <a:rPr lang="en-US" altLang="ko-KR" dirty="0"/>
              <a:t>learnable embedding</a:t>
            </a:r>
            <a:r>
              <a:rPr lang="ko-KR" altLang="en-US" dirty="0"/>
              <a:t>을 도입하는 것 </a:t>
            </a:r>
            <a:r>
              <a:rPr lang="en-US" altLang="ko-KR" dirty="0"/>
              <a:t>— </a:t>
            </a:r>
            <a:r>
              <a:rPr lang="ko-KR" altLang="en-US" dirty="0"/>
              <a:t>앞서 본 </a:t>
            </a:r>
            <a:r>
              <a:rPr lang="en-US" altLang="ko-KR" dirty="0"/>
              <a:t>MMD_PCA </a:t>
            </a:r>
            <a:r>
              <a:rPr lang="ko-KR" altLang="en-US" dirty="0"/>
              <a:t>문제의 가장 유력한 해결책입니다</a:t>
            </a:r>
            <a:r>
              <a:rPr lang="en-US" altLang="ko-KR" dirty="0"/>
              <a:t>. </a:t>
            </a:r>
            <a:r>
              <a:rPr lang="ko-KR" altLang="en-US" dirty="0"/>
              <a:t>둘째</a:t>
            </a:r>
            <a:r>
              <a:rPr lang="en-US" altLang="ko-KR" dirty="0"/>
              <a:t>, source</a:t>
            </a:r>
            <a:r>
              <a:rPr lang="ko-KR" altLang="en-US" dirty="0"/>
              <a:t>의 </a:t>
            </a:r>
            <a:r>
              <a:rPr lang="en-US" altLang="ko-KR" dirty="0"/>
              <a:t>noise/control </a:t>
            </a:r>
            <a:r>
              <a:rPr lang="ko-KR" altLang="en-US" dirty="0"/>
              <a:t>비교를 개발 로그가 아니라 제대로 된 </a:t>
            </a:r>
            <a:r>
              <a:rPr lang="en-US" altLang="ko-KR" dirty="0"/>
              <a:t>ablation</a:t>
            </a:r>
            <a:r>
              <a:rPr lang="ko-KR" altLang="en-US" dirty="0"/>
              <a:t>으로 정리하는 것</a:t>
            </a:r>
            <a:r>
              <a:rPr lang="en-US" altLang="ko-KR" dirty="0"/>
              <a:t>. </a:t>
            </a:r>
            <a:r>
              <a:rPr lang="ko-KR" altLang="en-US" dirty="0"/>
              <a:t>셋째</a:t>
            </a:r>
            <a:r>
              <a:rPr lang="en-US" altLang="ko-KR" dirty="0"/>
              <a:t>, MMD_PCA </a:t>
            </a:r>
            <a:r>
              <a:rPr lang="ko-KR" altLang="en-US" dirty="0"/>
              <a:t>이상치를 샘플 단위로 뽑아 예측 분포와 실제 분포를 </a:t>
            </a:r>
            <a:r>
              <a:rPr lang="en-US" altLang="ko-KR" dirty="0"/>
              <a:t>PCA </a:t>
            </a:r>
            <a:r>
              <a:rPr lang="ko-KR" altLang="en-US" dirty="0"/>
              <a:t>공간에 겹쳐 </a:t>
            </a:r>
            <a:r>
              <a:rPr lang="ko-KR" altLang="en-US" dirty="0" err="1"/>
              <a:t>시각화하는</a:t>
            </a:r>
            <a:r>
              <a:rPr lang="ko-KR" altLang="en-US" dirty="0"/>
              <a:t> 것</a:t>
            </a:r>
            <a:r>
              <a:rPr lang="en-US" altLang="ko-KR" dirty="0"/>
              <a:t>. </a:t>
            </a:r>
            <a:r>
              <a:rPr lang="ko-KR" altLang="en-US" dirty="0"/>
              <a:t>넷째</a:t>
            </a:r>
            <a:r>
              <a:rPr lang="en-US" altLang="ko-KR" dirty="0"/>
              <a:t>, </a:t>
            </a:r>
            <a:r>
              <a:rPr lang="en-US" altLang="ko-KR" dirty="0" err="1"/>
              <a:t>cfg_weight</a:t>
            </a:r>
            <a:r>
              <a:rPr lang="en-US" altLang="ko-KR" dirty="0"/>
              <a:t> </a:t>
            </a:r>
            <a:r>
              <a:rPr lang="ko-KR" altLang="en-US" dirty="0" err="1"/>
              <a:t>스윕</a:t>
            </a:r>
            <a:r>
              <a:rPr lang="ko-KR" altLang="en-US" dirty="0"/>
              <a:t> 범위를 넓혀 </a:t>
            </a:r>
            <a:r>
              <a:rPr lang="en-US" altLang="ko-KR" dirty="0"/>
              <a:t>guidance </a:t>
            </a:r>
            <a:r>
              <a:rPr lang="ko-KR" altLang="en-US" dirty="0"/>
              <a:t>효과를 제대로 관찰하는 것입니다</a:t>
            </a:r>
            <a:r>
              <a:rPr lang="en-US" altLang="ko-KR" dirty="0"/>
              <a:t>. </a:t>
            </a:r>
            <a:r>
              <a:rPr lang="ko-KR" altLang="en-US" dirty="0"/>
              <a:t>이상으로 발표를 마치겠습니다</a:t>
            </a:r>
            <a:r>
              <a:rPr lang="en-US" altLang="ko-KR" dirty="0"/>
              <a:t>. </a:t>
            </a:r>
            <a:r>
              <a:rPr lang="ko-KR" altLang="en-US" dirty="0"/>
              <a:t>감사합니다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D8FC25-F802-52D3-04A3-EF6A8BBBEC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12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79FA25D-8B5C-4238-AE21-6A98DCD093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7778" b="52222"/>
          <a:stretch/>
        </p:blipFill>
        <p:spPr>
          <a:xfrm>
            <a:off x="10357036" y="1277004"/>
            <a:ext cx="1774034" cy="58756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19D6E60-32D8-44AE-AB0F-283CEDA48E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096442"/>
            <a:ext cx="3773751" cy="3761558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682DB167-13A5-43F3-B36B-0CDE410A275D}"/>
              </a:ext>
            </a:extLst>
          </p:cNvPr>
          <p:cNvGrpSpPr/>
          <p:nvPr userDrawn="1"/>
        </p:nvGrpSpPr>
        <p:grpSpPr>
          <a:xfrm>
            <a:off x="0" y="1990197"/>
            <a:ext cx="12192000" cy="576001"/>
            <a:chOff x="0" y="962489"/>
            <a:chExt cx="12192000" cy="576001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24E74AD-1AA5-46BB-8322-9C7EDC995083}"/>
                </a:ext>
              </a:extLst>
            </p:cNvPr>
            <p:cNvSpPr/>
            <p:nvPr/>
          </p:nvSpPr>
          <p:spPr>
            <a:xfrm>
              <a:off x="0" y="962489"/>
              <a:ext cx="12192000" cy="576000"/>
            </a:xfrm>
            <a:prstGeom prst="rect">
              <a:avLst/>
            </a:prstGeom>
            <a:solidFill>
              <a:srgbClr val="B6AD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순서도: 수동 입력 10">
              <a:extLst>
                <a:ext uri="{FF2B5EF4-FFF2-40B4-BE49-F238E27FC236}">
                  <a16:creationId xmlns:a16="http://schemas.microsoft.com/office/drawing/2014/main" id="{DC116A19-34FD-4A81-83B2-F8FA913E77AB}"/>
                </a:ext>
              </a:extLst>
            </p:cNvPr>
            <p:cNvSpPr/>
            <p:nvPr/>
          </p:nvSpPr>
          <p:spPr>
            <a:xfrm rot="16200000">
              <a:off x="8142259" y="-2511250"/>
              <a:ext cx="576000" cy="7523480"/>
            </a:xfrm>
            <a:prstGeom prst="flowChartManualInpu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사다리꼴 11">
              <a:extLst>
                <a:ext uri="{FF2B5EF4-FFF2-40B4-BE49-F238E27FC236}">
                  <a16:creationId xmlns:a16="http://schemas.microsoft.com/office/drawing/2014/main" id="{E5F1B31D-F11D-4599-AB72-F88D5E6D8BEF}"/>
                </a:ext>
              </a:extLst>
            </p:cNvPr>
            <p:cNvSpPr/>
            <p:nvPr/>
          </p:nvSpPr>
          <p:spPr>
            <a:xfrm flipV="1">
              <a:off x="2971800" y="962489"/>
              <a:ext cx="5898569" cy="576000"/>
            </a:xfrm>
            <a:prstGeom prst="trapezoid">
              <a:avLst>
                <a:gd name="adj" fmla="val 461893"/>
              </a:avLst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사다리꼴 12">
              <a:extLst>
                <a:ext uri="{FF2B5EF4-FFF2-40B4-BE49-F238E27FC236}">
                  <a16:creationId xmlns:a16="http://schemas.microsoft.com/office/drawing/2014/main" id="{BB9E0AE0-0E32-4556-AC35-EC5B3E2B613C}"/>
                </a:ext>
              </a:extLst>
            </p:cNvPr>
            <p:cNvSpPr/>
            <p:nvPr/>
          </p:nvSpPr>
          <p:spPr>
            <a:xfrm flipV="1">
              <a:off x="1874190" y="962489"/>
              <a:ext cx="7645400" cy="576000"/>
            </a:xfrm>
            <a:prstGeom prst="trapezoid">
              <a:avLst>
                <a:gd name="adj" fmla="val 199026"/>
              </a:avLst>
            </a:prstGeom>
            <a:solidFill>
              <a:schemeClr val="bg2">
                <a:lumMod val="2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제목 16">
            <a:extLst>
              <a:ext uri="{FF2B5EF4-FFF2-40B4-BE49-F238E27FC236}">
                <a16:creationId xmlns:a16="http://schemas.microsoft.com/office/drawing/2014/main" id="{A498E85F-C449-490F-9B34-690FE3CFE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751" y="2712149"/>
            <a:ext cx="8357319" cy="1080000"/>
          </a:xfrm>
        </p:spPr>
        <p:txBody>
          <a:bodyPr/>
          <a:lstStyle>
            <a:lvl1pPr algn="r">
              <a:lnSpc>
                <a:spcPct val="100000"/>
              </a:lnSpc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0" name="텍스트 개체 틀 2">
            <a:extLst>
              <a:ext uri="{FF2B5EF4-FFF2-40B4-BE49-F238E27FC236}">
                <a16:creationId xmlns:a16="http://schemas.microsoft.com/office/drawing/2014/main" id="{0A232D14-8ECF-4239-A4C6-8F9A883B5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4417357"/>
            <a:ext cx="6035070" cy="449284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0" i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DFB987D4-36CD-43A5-ADE3-CF13E180A857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8971280" y="5580996"/>
            <a:ext cx="2890550" cy="728921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9741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0AFB8-7DBA-4DDA-8F76-FBDA8454F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1BC196-9C0F-46AD-84B3-3153865C7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873760"/>
            <a:ext cx="11211560" cy="5288280"/>
          </a:xfrm>
        </p:spPr>
        <p:txBody>
          <a:bodyPr>
            <a:normAutofit/>
          </a:bodyPr>
          <a:lstStyle>
            <a:lvl1pPr marL="228600" indent="-228600" latinLnBrk="0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 latinLnBrk="0">
              <a:buFont typeface="Arial" panose="020B0604020202020204" pitchFamily="34" charset="0"/>
              <a:buChar char="-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latinLnBrk="0"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latinLnBrk="0"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latinLnBrk="0"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B1481C-3078-46F6-8804-0E32A640A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775F29-7F17-4513-8BEB-F729820F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D0DA928-59F6-425F-ACD7-D0A2218A4E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40080" cy="53276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C0ED519-8B83-451F-BD81-AD60B05989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62920" y="6281327"/>
            <a:ext cx="1412240" cy="44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EECB6-90F9-406D-9D2D-80F1EBBE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6E5B90-7D58-4F9F-95F1-BF81EB264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DE1CC4-250B-44C6-AE04-C50AA56CC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88EF33-34F1-45AD-B9C7-323DC75C6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DBEACA-BE5D-4F3F-86F4-1411E8D1B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0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983951-CB07-423F-BEF9-B652AC00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FF351-7FA0-4AF0-99FA-60991829EF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38FF4A-9993-4129-B7FB-386221CBF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AE291B-AB10-4681-80E0-DF5D01B39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1F8802-AF22-4ECE-B826-6C8EE5FFE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678960-B8D6-44D3-A9A0-4639BC71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300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2F304-4C96-47F9-88C7-42AA27B10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6C2429-FFBD-4AAA-A75F-1DD5CCFE5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69FE88-4CBE-4250-9AD5-467711BC4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EE45A9-B2A2-4480-B16A-3561F4FA9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665AE3-E2D2-43A5-8D77-E6E4552250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772C75A-9A7F-43C7-B2C2-58B3ECCC4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F01DE34-069B-4E6D-8DBC-281A3F127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CF87894-DF56-4686-9736-FBEB29AF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89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4C3D95-99A3-40F7-BEF5-F09EF16EE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A0D1E87-6DD0-44FE-A3A4-85B207627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9B7BC8-E75D-4929-BD76-2D5548D9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FB8BC1-7577-4521-8B76-2EFD1E31A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892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6">
            <a:extLst>
              <a:ext uri="{FF2B5EF4-FFF2-40B4-BE49-F238E27FC236}">
                <a16:creationId xmlns:a16="http://schemas.microsoft.com/office/drawing/2014/main" id="{BAE210F7-EA68-474C-840D-B96FA3DDA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751" y="2349000"/>
            <a:ext cx="7853099" cy="1080000"/>
          </a:xfrm>
        </p:spPr>
        <p:txBody>
          <a:bodyPr/>
          <a:lstStyle>
            <a:lvl1pPr algn="r">
              <a:lnSpc>
                <a:spcPct val="100000"/>
              </a:lnSpc>
              <a:defRPr b="1">
                <a:solidFill>
                  <a:srgbClr val="ED8B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7E2D7E8-F133-B84E-1A53-3018F2652E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62920" y="6281327"/>
            <a:ext cx="1412240" cy="44014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5A90E77-B4B0-9F5F-5A3A-E575CDA1D0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3096442"/>
            <a:ext cx="3773751" cy="376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953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bg>
      <p:bgPr>
        <a:solidFill>
          <a:srgbClr val="968C83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6">
            <a:extLst>
              <a:ext uri="{FF2B5EF4-FFF2-40B4-BE49-F238E27FC236}">
                <a16:creationId xmlns:a16="http://schemas.microsoft.com/office/drawing/2014/main" id="{BAE210F7-EA68-474C-840D-B96FA3DDA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751" y="2712149"/>
            <a:ext cx="7853099" cy="1080000"/>
          </a:xfrm>
        </p:spPr>
        <p:txBody>
          <a:bodyPr/>
          <a:lstStyle>
            <a:lvl1pPr algn="r">
              <a:lnSpc>
                <a:spcPct val="100000"/>
              </a:lnSpc>
              <a:defRPr b="1">
                <a:solidFill>
                  <a:srgbClr val="ED8B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3BB6FD-239A-4A17-8D65-8497765295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3096442"/>
            <a:ext cx="3773751" cy="376155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9A59459-0CD2-4A13-8A1D-D68CB6BF14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clrChange>
              <a:clrFrom>
                <a:srgbClr val="E17100"/>
              </a:clrFrom>
              <a:clrTo>
                <a:srgbClr val="E171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56" r="3192"/>
          <a:stretch/>
        </p:blipFill>
        <p:spPr>
          <a:xfrm>
            <a:off x="10662920" y="6166389"/>
            <a:ext cx="1408219" cy="67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132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43BB7-8E53-459B-95DA-D010D9CE8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A26810-5197-4C98-96D2-656368F7E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EB874C-0905-4DAD-AFAB-E33CC0C25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C5BEA3-AE99-4BCC-BCBB-FEE22D5A9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0D708B-769E-4524-BB40-A61778D62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5DCB11-D5B8-47B0-9CDC-1FBB1406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392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41DA44-422E-4186-BFA7-42FF3439A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92D90F-CEB9-41CC-8528-263EC6B5D6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2127A8-0C73-4E07-B4FC-DFCD4C59B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C5DA67-0BE1-4EEB-A0DD-5F719661A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88384D-AD77-4D39-8CC4-864CD7751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0CBDDB-FE4E-4876-8894-0027D71DD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038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CD936A-4959-491A-A888-43BC4681B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033953-FC1B-441E-82FE-ABDE01BB9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11DB9-C535-4882-A5A3-0A7E3FA75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753505-FA69-448E-BF5C-50A196EE5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3B0921-4A47-4FBE-ACB3-EAEF63092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706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5B5B36E-4FA9-460D-BBA2-2DCCF0941F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C57C09-CEE6-4F12-A81D-D6E422C47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F57D8A-2069-4B23-B2FD-C6830C8B9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4AB87E-62C5-46A7-832F-2980CAA6B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659BB1-AFDC-42D8-B222-EC86F365E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94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4D0D27-28EE-BA44-88F3-F58F8D3E7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C13FC5-8AE2-201F-0094-456243E43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2063C8-B98B-94B2-4EB6-AC74BE52D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6E37-8900-454A-BFF3-7119BFEAE9EE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B6B5AA-31A1-BE2E-A934-C60DB2494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9D26A8-53DE-8299-B597-F338F5B4D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6F7B-FA5C-4243-8EEE-F974B0F288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898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0184614-8C2E-4551-AFB9-4D76656E5CC1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3096442"/>
            <a:ext cx="3773751" cy="3761558"/>
          </a:xfrm>
          <a:prstGeom prst="rect">
            <a:avLst/>
          </a:prstGeom>
        </p:spPr>
      </p:pic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5BB8ECF-B0A7-4AE5-A841-02DDA6CC8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BAF375-8459-4DBE-99EA-2CF850365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6995BF-7008-4D6C-B4BB-CECA627D5B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E5323B-F23F-4CC0-9431-F0FB661D7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0B6474-34E9-4054-A96F-F452B81A0D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936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amiro3/PRiMeFlo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5" Type="http://schemas.openxmlformats.org/officeDocument/2006/relationships/image" Target="../media/image17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4.png"/><Relationship Id="rId14" Type="http://schemas.openxmlformats.org/officeDocument/2006/relationships/customXml" Target="../ink/ink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toslabs/perturbench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2564664"/>
            <a:ext cx="12192000" cy="2321372"/>
          </a:xfrm>
        </p:spPr>
        <p:txBody>
          <a:bodyPr anchor="t">
            <a:noAutofit/>
          </a:bodyPr>
          <a:lstStyle/>
          <a:p>
            <a:pPr algn="ctr"/>
            <a:r>
              <a:rPr lang="en" altLang="ko-KR" dirty="0">
                <a:effectLst/>
              </a:rPr>
              <a:t>PRiMeFlow</a:t>
            </a:r>
            <a:br>
              <a:rPr lang="en" altLang="ko-KR" dirty="0">
                <a:effectLst/>
              </a:rPr>
            </a:br>
            <a:r>
              <a:rPr lang="en-US" altLang="ko-KR" dirty="0">
                <a:effectLst/>
              </a:rPr>
              <a:t>Code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implementation</a:t>
            </a:r>
            <a:r>
              <a:rPr lang="en" altLang="ko-KR" dirty="0">
                <a:effectLst/>
              </a:rPr>
              <a:t> 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AA4F9454-58B4-06D7-C2E1-F1992F64B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329815"/>
            <a:ext cx="12131070" cy="449284"/>
          </a:xfrm>
        </p:spPr>
        <p:txBody>
          <a:bodyPr>
            <a:noAutofit/>
          </a:bodyPr>
          <a:lstStyle/>
          <a:p>
            <a:pPr algn="ctr"/>
            <a:r>
              <a:rPr lang="en-US" altLang="ko-KR" sz="2000" b="1" u="sng" dirty="0">
                <a:solidFill>
                  <a:schemeClr val="bg1">
                    <a:lumMod val="65000"/>
                  </a:schemeClr>
                </a:solidFill>
              </a:rPr>
              <a:t>Ko</a:t>
            </a:r>
            <a:r>
              <a:rPr lang="ko-KR" altLang="en-US" sz="2000" b="1" u="sng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2000" b="1" u="sng" dirty="0" err="1">
                <a:solidFill>
                  <a:schemeClr val="bg1">
                    <a:lumMod val="65000"/>
                  </a:schemeClr>
                </a:solidFill>
              </a:rPr>
              <a:t>Taehyeon</a:t>
            </a:r>
            <a:endParaRPr lang="ko-KR" altLang="en-US" sz="2000" b="1" u="sng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9741C9-0DBC-C3E4-95AD-B6E73E34B47E}"/>
              </a:ext>
            </a:extLst>
          </p:cNvPr>
          <p:cNvSpPr txBox="1"/>
          <p:nvPr/>
        </p:nvSpPr>
        <p:spPr>
          <a:xfrm>
            <a:off x="2917371" y="4219906"/>
            <a:ext cx="635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Source: </a:t>
            </a:r>
            <a:r>
              <a:rPr lang="en-US" altLang="ko-KR" dirty="0">
                <a:hlinkClick r:id="rId3"/>
              </a:rPr>
              <a:t>https://github.com/lamiro3/PRiMeFlow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395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345C2-BA2E-B9B5-BCEA-1E61B93FE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B398B291-AB94-D64B-FA10-0D176B69A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/>
              <a:t>Author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741B6AF-9210-DAB3-E51F-A85CB1098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2400"/>
            <a:ext cx="6096000" cy="4597400"/>
          </a:xfrm>
          <a:prstGeom prst="rect">
            <a:avLst/>
          </a:prstGeom>
          <a:noFill/>
        </p:spPr>
      </p:pic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27F6F319-2434-49A7-8E66-EEFC86C07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pPr lvl="0">
                <a:spcAft>
                  <a:spcPts val="600"/>
                </a:spcAft>
                <a:defRPr/>
              </a:pPr>
              <a:t>2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99FAB96-515B-8E1D-D800-180C09F8A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22400"/>
            <a:ext cx="6096000" cy="4597401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47751DB-EE97-6F4C-3EE5-CE25564090F9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C79694-7221-74FF-F620-2FF38DD62926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Zichao</a:t>
              </a: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 Yan, Rory Stark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DD93C15-1549-E1BF-A99B-CF0CDA241C52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7196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345C2-BA2E-B9B5-BCEA-1E61B93FE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B398B291-AB94-D64B-FA10-0D176B69A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27F6F319-2434-49A7-8E66-EEFC86C07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pPr lvl="0">
                <a:spcAft>
                  <a:spcPts val="600"/>
                </a:spcAft>
                <a:defRPr/>
              </a:pPr>
              <a:t>3</a:t>
            </a:fld>
            <a:endParaRPr lang="en-US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47751DB-EE97-6F4C-3EE5-CE25564090F9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C79694-7221-74FF-F620-2FF38DD62926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PRiMeFlow</a:t>
              </a: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..?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DD93C15-1549-E1BF-A99B-CF0CDA241C52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E800EE-1580-959A-E222-5135C4E502F5}"/>
              </a:ext>
            </a:extLst>
          </p:cNvPr>
          <p:cNvSpPr txBox="1"/>
          <p:nvPr/>
        </p:nvSpPr>
        <p:spPr>
          <a:xfrm>
            <a:off x="640079" y="1433012"/>
            <a:ext cx="11024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After</a:t>
            </a:r>
            <a:r>
              <a:rPr lang="ko-KR" altLang="en-US" b="1" dirty="0"/>
              <a:t> </a:t>
            </a:r>
            <a:r>
              <a:rPr lang="en-US" altLang="ko-KR" b="1" dirty="0"/>
              <a:t>the</a:t>
            </a:r>
            <a:r>
              <a:rPr lang="ko-KR" altLang="en-US" b="1" dirty="0"/>
              <a:t> </a:t>
            </a:r>
            <a:r>
              <a:rPr lang="en-US" altLang="ko-KR" b="1" dirty="0"/>
              <a:t>perturbation, predict the gene expression through the Conditional Flow Matching(CFM)</a:t>
            </a:r>
            <a:r>
              <a:rPr lang="ko-KR" altLang="en-US" b="1" dirty="0"/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52DBED-BBE1-D4C3-23E7-92BC95CB6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2006600"/>
            <a:ext cx="8053488" cy="45578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11633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FADCB-AD63-C84C-C578-57B6CD564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874DA359-9815-C060-6E1C-E2001F0A6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757B87EB-F895-17EF-19B8-7437AFEE8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pPr lvl="0">
                <a:spcAft>
                  <a:spcPts val="600"/>
                </a:spcAft>
                <a:defRPr/>
              </a:pPr>
              <a:t>4</a:t>
            </a:fld>
            <a:endParaRPr lang="en-US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AE059E0-3C16-4855-CE59-69C3361458D3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477E023-E9A3-CE6B-E254-B43D33CEA01B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PRiMeFlow</a:t>
              </a: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 training</a:t>
              </a:r>
              <a:r>
                <a:rPr kumimoji="1" lang="ko-KR" alt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algorithm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AF94A6C-622F-A69A-F202-6AA1EAEC9E53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44FA35FB-1258-2BAA-E638-B52861316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321" y="1231727"/>
            <a:ext cx="6359358" cy="51185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4862CAA7-9F31-9508-0DDC-96A0D6224395}"/>
                  </a:ext>
                </a:extLst>
              </p14:cNvPr>
              <p14:cNvContentPartPr/>
              <p14:nvPr/>
            </p14:nvContentPartPr>
            <p14:xfrm>
              <a:off x="3741420" y="3100800"/>
              <a:ext cx="2948760" cy="828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4862CAA7-9F31-9508-0DDC-96A0D622439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87420" y="2993160"/>
                <a:ext cx="305640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1E827456-005F-C276-5A0F-513BAE06BD24}"/>
                  </a:ext>
                </a:extLst>
              </p14:cNvPr>
              <p14:cNvContentPartPr/>
              <p14:nvPr/>
            </p14:nvContentPartPr>
            <p14:xfrm>
              <a:off x="3756540" y="3916560"/>
              <a:ext cx="2648880" cy="792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1E827456-005F-C276-5A0F-513BAE06BD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02540" y="3808920"/>
                <a:ext cx="275652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59FB8589-1CC0-CB45-4120-7F44E7B3C4BC}"/>
                  </a:ext>
                </a:extLst>
              </p14:cNvPr>
              <p14:cNvContentPartPr/>
              <p14:nvPr/>
            </p14:nvContentPartPr>
            <p14:xfrm>
              <a:off x="3748980" y="4235520"/>
              <a:ext cx="4480920" cy="1656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59FB8589-1CC0-CB45-4120-7F44E7B3C4B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94980" y="4127880"/>
                <a:ext cx="45885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710913C6-D84E-C162-6D85-0124371E1813}"/>
                  </a:ext>
                </a:extLst>
              </p14:cNvPr>
              <p14:cNvContentPartPr/>
              <p14:nvPr/>
            </p14:nvContentPartPr>
            <p14:xfrm>
              <a:off x="3725940" y="4526040"/>
              <a:ext cx="4448160" cy="1584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710913C6-D84E-C162-6D85-0124371E181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72300" y="4418040"/>
                <a:ext cx="455580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F961DD5D-DD5A-337F-9B9E-242E5EB90EBB}"/>
                  </a:ext>
                </a:extLst>
              </p14:cNvPr>
              <p14:cNvContentPartPr/>
              <p14:nvPr/>
            </p14:nvContentPartPr>
            <p14:xfrm>
              <a:off x="3705090" y="4810020"/>
              <a:ext cx="4453560" cy="20160"/>
            </p14:xfrm>
          </p:contentPart>
        </mc:Choice>
        <mc:Fallback xmlns=""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F961DD5D-DD5A-337F-9B9E-242E5EB90EB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51090" y="4702020"/>
                <a:ext cx="45612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F24B9B16-9B72-E63F-5275-805139B16060}"/>
                  </a:ext>
                </a:extLst>
              </p14:cNvPr>
              <p14:cNvContentPartPr/>
              <p14:nvPr/>
            </p14:nvContentPartPr>
            <p14:xfrm>
              <a:off x="3686010" y="5085060"/>
              <a:ext cx="2894400" cy="2988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F24B9B16-9B72-E63F-5275-805139B1606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32010" y="4977420"/>
                <a:ext cx="3002040" cy="24552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직사각형 23">
            <a:extLst>
              <a:ext uri="{FF2B5EF4-FFF2-40B4-BE49-F238E27FC236}">
                <a16:creationId xmlns:a16="http://schemas.microsoft.com/office/drawing/2014/main" id="{6E453470-CFA2-6F60-589A-253293ADBAD8}"/>
              </a:ext>
            </a:extLst>
          </p:cNvPr>
          <p:cNvSpPr/>
          <p:nvPr/>
        </p:nvSpPr>
        <p:spPr>
          <a:xfrm>
            <a:off x="3705090" y="3246083"/>
            <a:ext cx="4067310" cy="58099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FD3DEBE-36F6-03A4-D654-791B7CA391A4}"/>
              </a:ext>
            </a:extLst>
          </p:cNvPr>
          <p:cNvSpPr/>
          <p:nvPr/>
        </p:nvSpPr>
        <p:spPr>
          <a:xfrm>
            <a:off x="3686010" y="5210175"/>
            <a:ext cx="2719410" cy="2998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D1AAA0-97D0-677B-786B-9DEABDF0C2D6}"/>
              </a:ext>
            </a:extLst>
          </p:cNvPr>
          <p:cNvSpPr txBox="1"/>
          <p:nvPr/>
        </p:nvSpPr>
        <p:spPr>
          <a:xfrm>
            <a:off x="2994460" y="2916134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highlight>
                  <a:srgbClr val="FFFF00"/>
                </a:highlight>
              </a:rPr>
              <a:t>1</a:t>
            </a:r>
            <a:endParaRPr lang="ko-KR" altLang="en-US" b="1" dirty="0">
              <a:highlight>
                <a:srgbClr val="FFFF00"/>
              </a:highlight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11C6A0-A542-6F80-A2CC-D5FEB864F94F}"/>
              </a:ext>
            </a:extLst>
          </p:cNvPr>
          <p:cNvSpPr txBox="1"/>
          <p:nvPr/>
        </p:nvSpPr>
        <p:spPr>
          <a:xfrm>
            <a:off x="2994460" y="3739814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highlight>
                  <a:srgbClr val="FFFF00"/>
                </a:highlight>
              </a:rPr>
              <a:t>1</a:t>
            </a:r>
            <a:endParaRPr lang="ko-KR" altLang="en-US" b="1" dirty="0">
              <a:highlight>
                <a:srgbClr val="FFFF00"/>
              </a:highligh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EF1373-9F88-4793-2ED8-01C0666747DC}"/>
              </a:ext>
            </a:extLst>
          </p:cNvPr>
          <p:cNvSpPr txBox="1"/>
          <p:nvPr/>
        </p:nvSpPr>
        <p:spPr>
          <a:xfrm>
            <a:off x="2994460" y="4067414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highlight>
                  <a:srgbClr val="00FF00"/>
                </a:highlight>
              </a:rPr>
              <a:t>2</a:t>
            </a:r>
            <a:endParaRPr lang="ko-KR" altLang="en-US" b="1" dirty="0">
              <a:highlight>
                <a:srgbClr val="00FF00"/>
              </a:highlight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EB6B05-1C94-2B34-E781-AE8E8D951DDC}"/>
              </a:ext>
            </a:extLst>
          </p:cNvPr>
          <p:cNvSpPr txBox="1"/>
          <p:nvPr/>
        </p:nvSpPr>
        <p:spPr>
          <a:xfrm>
            <a:off x="2994460" y="4357214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highlight>
                  <a:srgbClr val="00FF00"/>
                </a:highlight>
              </a:rPr>
              <a:t>2</a:t>
            </a:r>
            <a:endParaRPr lang="ko-KR" altLang="en-US" b="1" dirty="0">
              <a:highlight>
                <a:srgbClr val="00FF00"/>
              </a:highlight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40558C5-F8AD-BB81-6369-607BB9F42EEA}"/>
              </a:ext>
            </a:extLst>
          </p:cNvPr>
          <p:cNvSpPr txBox="1"/>
          <p:nvPr/>
        </p:nvSpPr>
        <p:spPr>
          <a:xfrm>
            <a:off x="2994460" y="4625354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highlight>
                  <a:srgbClr val="ECF4FB"/>
                </a:highlight>
              </a:rPr>
              <a:t>3</a:t>
            </a:r>
            <a:endParaRPr lang="ko-KR" altLang="en-US" b="1" dirty="0">
              <a:highlight>
                <a:srgbClr val="ECF4FB"/>
              </a:highlight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9AAD04-E7A8-03D8-5290-1DC16E61BC77}"/>
              </a:ext>
            </a:extLst>
          </p:cNvPr>
          <p:cNvSpPr txBox="1"/>
          <p:nvPr/>
        </p:nvSpPr>
        <p:spPr>
          <a:xfrm>
            <a:off x="2994460" y="4900394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highlight>
                  <a:srgbClr val="00FFFF"/>
                </a:highlight>
              </a:rPr>
              <a:t>4</a:t>
            </a:r>
            <a:endParaRPr lang="ko-KR" altLang="en-US" b="1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64379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8D58C-9FAD-A469-B640-8AED1D73A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DC3E6A67-0470-6422-394C-60DFB18F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ko-KR" altLang="ko-KR" dirty="0" err="1"/>
              <a:t>Implementation</a:t>
            </a:r>
            <a:r>
              <a:rPr lang="ko-KR" altLang="ko-KR" dirty="0"/>
              <a:t> </a:t>
            </a:r>
            <a:r>
              <a:rPr lang="ko-KR" altLang="ko-KR" dirty="0" err="1"/>
              <a:t>scope</a:t>
            </a:r>
            <a:endParaRPr lang="ko-KR" altLang="en-US" dirty="0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DFB7BABC-950C-63F4-18DB-1ABD52FD6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pPr lvl="0">
                <a:spcAft>
                  <a:spcPts val="600"/>
                </a:spcAft>
                <a:defRPr/>
              </a:pPr>
              <a:t>5</a:t>
            </a:fld>
            <a:endParaRPr lang="en-US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2AE1C07-026A-8106-3A04-3B9AB3C8C186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7C58654-ED7E-B87E-0959-C491A77A9D18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Goal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C50248A-AA86-858B-BA59-20DDB1532CFB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8CB0E01-C0F5-047E-ED7E-358B47AAE509}"/>
              </a:ext>
            </a:extLst>
          </p:cNvPr>
          <p:cNvSpPr txBox="1"/>
          <p:nvPr/>
        </p:nvSpPr>
        <p:spPr>
          <a:xfrm>
            <a:off x="640079" y="1284998"/>
            <a:ext cx="1024959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ko-KR" sz="2400" dirty="0" err="1"/>
              <a:t>Implement</a:t>
            </a:r>
            <a:r>
              <a:rPr lang="ko-KR" altLang="ko-KR" sz="2400" dirty="0"/>
              <a:t> </a:t>
            </a:r>
            <a:r>
              <a:rPr lang="ko-KR" altLang="ko-KR" sz="2400" b="1" dirty="0" err="1"/>
              <a:t>FlowMatching</a:t>
            </a:r>
            <a:r>
              <a:rPr lang="ko-KR" altLang="ko-KR" sz="2400" dirty="0"/>
              <a:t> and </a:t>
            </a:r>
            <a:r>
              <a:rPr lang="ko-KR" altLang="ko-KR" sz="2400" b="1" dirty="0" err="1"/>
              <a:t>PRiMeFlow</a:t>
            </a:r>
            <a:r>
              <a:rPr lang="ko-KR" altLang="ko-KR" sz="2400" dirty="0"/>
              <a:t> </a:t>
            </a:r>
            <a:r>
              <a:rPr lang="ko-KR" altLang="ko-KR" sz="2400" dirty="0" err="1"/>
              <a:t>as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new</a:t>
            </a:r>
            <a:r>
              <a:rPr lang="ko-KR" altLang="ko-KR" sz="2400" dirty="0"/>
              <a:t> </a:t>
            </a:r>
            <a:r>
              <a:rPr lang="ko-KR" altLang="ko-KR" sz="2400" dirty="0" err="1"/>
              <a:t>models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on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top</a:t>
            </a:r>
            <a:r>
              <a:rPr lang="ko-KR" altLang="ko-KR" sz="2400" dirty="0"/>
              <a:t> of </a:t>
            </a:r>
            <a:r>
              <a:rPr lang="ko-KR" altLang="ko-KR" sz="2400" dirty="0" err="1"/>
              <a:t>PerturBench</a:t>
            </a:r>
            <a:r>
              <a:rPr lang="ko-KR" altLang="ko-KR" sz="2400" dirty="0"/>
              <a:t> (</a:t>
            </a:r>
            <a:r>
              <a:rPr lang="ko-KR" altLang="ko-KR" sz="2400" dirty="0" err="1"/>
              <a:t>Hydra</a:t>
            </a:r>
            <a:r>
              <a:rPr lang="ko-KR" altLang="ko-KR" sz="2400" dirty="0"/>
              <a:t> + </a:t>
            </a:r>
            <a:r>
              <a:rPr lang="ko-KR" altLang="ko-KR" sz="2400" dirty="0" err="1"/>
              <a:t>PyTorch</a:t>
            </a:r>
            <a:r>
              <a:rPr lang="ko-KR" altLang="ko-KR" sz="2400" dirty="0"/>
              <a:t> </a:t>
            </a:r>
            <a:r>
              <a:rPr lang="ko-KR" altLang="ko-KR" sz="2400" dirty="0" err="1"/>
              <a:t>Lightning</a:t>
            </a:r>
            <a:r>
              <a:rPr lang="ko-KR" altLang="ko-KR" sz="2400" dirty="0"/>
              <a:t>)</a:t>
            </a:r>
            <a:endParaRPr lang="en-US" altLang="ko-KR" sz="2400" dirty="0"/>
          </a:p>
          <a:p>
            <a:pPr marL="285750" indent="-285750">
              <a:buFontTx/>
              <a:buChar char="-"/>
            </a:pPr>
            <a:endParaRPr lang="en-US" altLang="ko-KR" sz="2400" dirty="0"/>
          </a:p>
          <a:p>
            <a:pPr marL="285750" indent="-285750">
              <a:buFontTx/>
              <a:buChar char="-"/>
            </a:pPr>
            <a:r>
              <a:rPr lang="ko-KR" altLang="ko-KR" sz="2400" dirty="0" err="1"/>
              <a:t>Compare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against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the</a:t>
            </a:r>
            <a:r>
              <a:rPr lang="ko-KR" altLang="ko-KR" sz="2400" dirty="0"/>
              <a:t> </a:t>
            </a:r>
            <a:r>
              <a:rPr lang="ko-KR" altLang="ko-KR" sz="2400" b="1" dirty="0">
                <a:solidFill>
                  <a:srgbClr val="FF0000"/>
                </a:solidFill>
              </a:rPr>
              <a:t>6 </a:t>
            </a:r>
            <a:r>
              <a:rPr lang="ko-KR" altLang="ko-KR" sz="2400" b="1" dirty="0" err="1">
                <a:solidFill>
                  <a:srgbClr val="FF0000"/>
                </a:solidFill>
              </a:rPr>
              <a:t>existing</a:t>
            </a:r>
            <a:r>
              <a:rPr lang="ko-KR" altLang="ko-KR" sz="2400" b="1" dirty="0">
                <a:solidFill>
                  <a:srgbClr val="FF0000"/>
                </a:solidFill>
              </a:rPr>
              <a:t> </a:t>
            </a:r>
            <a:r>
              <a:rPr lang="ko-KR" altLang="ko-KR" sz="2400" b="1" dirty="0" err="1">
                <a:solidFill>
                  <a:srgbClr val="FF0000"/>
                </a:solidFill>
              </a:rPr>
              <a:t>baselines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under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the</a:t>
            </a:r>
            <a:r>
              <a:rPr lang="ko-KR" altLang="ko-KR" sz="2400" dirty="0"/>
              <a:t> </a:t>
            </a:r>
            <a:r>
              <a:rPr lang="ko-KR" altLang="ko-KR" sz="2400" b="1" dirty="0" err="1"/>
              <a:t>same</a:t>
            </a:r>
            <a:r>
              <a:rPr lang="ko-KR" altLang="ko-KR" sz="2400" b="1" dirty="0"/>
              <a:t> </a:t>
            </a:r>
            <a:r>
              <a:rPr lang="ko-KR" altLang="ko-KR" sz="2400" b="1" dirty="0" err="1"/>
              <a:t>pipeline</a:t>
            </a:r>
            <a:r>
              <a:rPr lang="ko-KR" altLang="ko-KR" sz="2400" b="1" dirty="0"/>
              <a:t> and </a:t>
            </a:r>
            <a:r>
              <a:rPr lang="ko-KR" altLang="ko-KR" sz="2400" b="1" dirty="0" err="1"/>
              <a:t>evaluation</a:t>
            </a:r>
            <a:r>
              <a:rPr lang="ko-KR" altLang="ko-KR" sz="2400" b="1" dirty="0"/>
              <a:t> </a:t>
            </a:r>
            <a:r>
              <a:rPr lang="ko-KR" altLang="ko-KR" sz="2400" b="1" dirty="0" err="1"/>
              <a:t>metrics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517279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2A1FF-4369-578A-49F6-1616B623B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2212719C-E620-AF69-231C-860505F68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ko-KR" altLang="ko-KR" dirty="0" err="1"/>
              <a:t>Implementation</a:t>
            </a:r>
            <a:r>
              <a:rPr lang="ko-KR" altLang="ko-KR" dirty="0"/>
              <a:t> </a:t>
            </a:r>
            <a:r>
              <a:rPr lang="ko-KR" altLang="ko-KR" dirty="0" err="1"/>
              <a:t>scope</a:t>
            </a:r>
            <a:endParaRPr lang="ko-KR" altLang="en-US" dirty="0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07F5DC58-BE02-2A95-0E1F-856A8CAE8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pPr lvl="0">
                <a:spcAft>
                  <a:spcPts val="600"/>
                </a:spcAft>
                <a:defRPr/>
              </a:pPr>
              <a:t>6</a:t>
            </a:fld>
            <a:endParaRPr lang="en-US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FF32C56-203F-B057-DD1E-7316CC9E5A9B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EEB8EA-19D3-9013-F39F-722AB791B90C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Models Compared (9 total)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6F98BBE-3D47-E3A4-6796-A6734DAEBED7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E174020-35F6-5FB7-B53A-8648805E6C4D}"/>
              </a:ext>
            </a:extLst>
          </p:cNvPr>
          <p:cNvSpPr txBox="1"/>
          <p:nvPr/>
        </p:nvSpPr>
        <p:spPr>
          <a:xfrm>
            <a:off x="640079" y="1833638"/>
            <a:ext cx="1024959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ko-KR" sz="2000" b="1" dirty="0"/>
              <a:t>6 </a:t>
            </a:r>
            <a:r>
              <a:rPr lang="ko-KR" altLang="ko-KR" sz="2000" b="1" dirty="0" err="1"/>
              <a:t>baselines</a:t>
            </a:r>
            <a:endParaRPr lang="en-US" altLang="ko-KR" sz="2000" b="1" dirty="0"/>
          </a:p>
          <a:p>
            <a:pPr marL="742950" lvl="1" indent="-285750">
              <a:buFontTx/>
              <a:buChar char="-"/>
            </a:pPr>
            <a:r>
              <a:rPr lang="ko-KR" altLang="ko-KR" sz="2000" dirty="0" err="1"/>
              <a:t>Linear_additive</a:t>
            </a:r>
            <a:r>
              <a:rPr lang="ko-KR" altLang="ko-KR" sz="2000" dirty="0"/>
              <a:t> · </a:t>
            </a:r>
            <a:r>
              <a:rPr lang="ko-KR" altLang="ko-KR" sz="2000" dirty="0" err="1"/>
              <a:t>Latent_additive</a:t>
            </a:r>
            <a:r>
              <a:rPr lang="ko-KR" altLang="ko-KR" sz="2000" dirty="0"/>
              <a:t> · </a:t>
            </a:r>
            <a:r>
              <a:rPr lang="ko-KR" altLang="ko-KR" sz="2000" dirty="0" err="1"/>
              <a:t>Decoder_only</a:t>
            </a:r>
            <a:r>
              <a:rPr lang="ko-KR" altLang="ko-KR" sz="2000" dirty="0"/>
              <a:t> · CPA · SAMS_VAE · </a:t>
            </a:r>
            <a:r>
              <a:rPr lang="ko-KR" altLang="ko-KR" sz="2000" dirty="0" err="1"/>
              <a:t>Biolord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marL="285750" indent="-285750">
              <a:buFontTx/>
              <a:buChar char="-"/>
            </a:pPr>
            <a:r>
              <a:rPr lang="ko-KR" altLang="ko-KR" sz="2000" b="1" dirty="0"/>
              <a:t>3 </a:t>
            </a:r>
            <a:r>
              <a:rPr lang="ko-KR" altLang="ko-KR" sz="2000" b="1" dirty="0" err="1"/>
              <a:t>implemente</a:t>
            </a:r>
            <a:r>
              <a:rPr lang="en-US" altLang="ko-KR" sz="2000" b="1" dirty="0"/>
              <a:t>d (Based on </a:t>
            </a:r>
            <a:r>
              <a:rPr lang="en-US" altLang="ko-KR" sz="2000" b="1" dirty="0" err="1"/>
              <a:t>Linear_additive</a:t>
            </a:r>
            <a:r>
              <a:rPr lang="en-US" altLang="ko-KR" sz="2000" b="1" dirty="0"/>
              <a:t> model’s code)</a:t>
            </a:r>
          </a:p>
          <a:p>
            <a:pPr marL="742950" lvl="1" indent="-285750">
              <a:buFontTx/>
              <a:buChar char="-"/>
            </a:pPr>
            <a:r>
              <a:rPr lang="ko-KR" altLang="ko-KR" sz="2000" dirty="0"/>
              <a:t> </a:t>
            </a:r>
            <a:r>
              <a:rPr lang="ko-KR" altLang="ko-KR" sz="2000" dirty="0" err="1"/>
              <a:t>FlowMatching</a:t>
            </a:r>
            <a:r>
              <a:rPr lang="ko-KR" altLang="ko-KR" sz="2000" dirty="0"/>
              <a:t>-MLP · </a:t>
            </a:r>
            <a:r>
              <a:rPr lang="ko-KR" altLang="ko-KR" sz="2000" dirty="0" err="1"/>
              <a:t>FlowMatching</a:t>
            </a:r>
            <a:r>
              <a:rPr lang="ko-KR" altLang="ko-KR" sz="2000" dirty="0"/>
              <a:t>-</a:t>
            </a:r>
            <a:r>
              <a:rPr lang="ko-KR" altLang="ko-KR" sz="2000" dirty="0" err="1"/>
              <a:t>U</a:t>
            </a:r>
            <a:r>
              <a:rPr lang="ko-KR" altLang="ko-KR" sz="2000" dirty="0"/>
              <a:t>-Net · </a:t>
            </a:r>
            <a:r>
              <a:rPr lang="ko-KR" altLang="ko-KR" sz="2000" dirty="0" err="1"/>
              <a:t>PRiMeFlow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ko-KR" sz="2000" b="1" i="1" u="sng" dirty="0"/>
              <a:t>→ </a:t>
            </a:r>
            <a:r>
              <a:rPr lang="ko-KR" altLang="ko-KR" sz="2000" b="1" i="1" u="sng" dirty="0" err="1"/>
              <a:t>Evaluated</a:t>
            </a:r>
            <a:r>
              <a:rPr lang="ko-KR" altLang="ko-KR" sz="2000" b="1" i="1" u="sng" dirty="0"/>
              <a:t> </a:t>
            </a:r>
            <a:r>
              <a:rPr lang="ko-KR" altLang="ko-KR" sz="2000" b="1" i="1" u="sng" dirty="0" err="1"/>
              <a:t>on</a:t>
            </a:r>
            <a:r>
              <a:rPr lang="ko-KR" altLang="ko-KR" sz="2000" b="1" i="1" u="sng" dirty="0"/>
              <a:t> </a:t>
            </a:r>
            <a:r>
              <a:rPr lang="ko-KR" altLang="ko-KR" sz="2000" b="1" i="1" u="sng" dirty="0" err="1"/>
              <a:t>the</a:t>
            </a:r>
            <a:r>
              <a:rPr lang="ko-KR" altLang="ko-KR" sz="2000" b="1" i="1" u="sng" dirty="0"/>
              <a:t> </a:t>
            </a:r>
            <a:r>
              <a:rPr lang="ko-KR" altLang="ko-KR" sz="2000" b="1" i="1" u="sng" dirty="0" err="1"/>
              <a:t>same</a:t>
            </a:r>
            <a:r>
              <a:rPr lang="ko-KR" altLang="ko-KR" sz="2000" b="1" i="1" u="sng" dirty="0"/>
              <a:t> </a:t>
            </a:r>
            <a:r>
              <a:rPr lang="ko-KR" altLang="ko-KR" sz="2000" b="1" i="1" u="sng" dirty="0" err="1"/>
              <a:t>metric</a:t>
            </a:r>
            <a:r>
              <a:rPr lang="ko-KR" altLang="ko-KR" sz="2000" b="1" i="1" u="sng" dirty="0"/>
              <a:t> </a:t>
            </a:r>
            <a:r>
              <a:rPr lang="ko-KR" altLang="ko-KR" sz="2000" b="1" i="1" u="sng" dirty="0" err="1"/>
              <a:t>set</a:t>
            </a:r>
            <a:r>
              <a:rPr lang="en-US" altLang="ko-KR" sz="2000" b="1" i="1" u="sng" dirty="0"/>
              <a:t>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69BF1-10E1-73C6-C11C-4D2A9F3F788F}"/>
              </a:ext>
            </a:extLst>
          </p:cNvPr>
          <p:cNvSpPr txBox="1"/>
          <p:nvPr/>
        </p:nvSpPr>
        <p:spPr>
          <a:xfrm>
            <a:off x="640079" y="1284998"/>
            <a:ext cx="6092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Source: </a:t>
            </a:r>
            <a:r>
              <a:rPr lang="ko-KR" altLang="en-US" dirty="0">
                <a:hlinkClick r:id="rId3"/>
              </a:rPr>
              <a:t>https://github.com/altoslabs/perturbench</a:t>
            </a:r>
            <a:r>
              <a:rPr lang="ko-KR" alt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05514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F1256-7091-C1E1-A8D5-90F7C07D0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9EC100B0-C24F-76B8-94F6-38C6A607B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Implementation goals &amp; environment</a:t>
            </a:r>
            <a:endParaRPr lang="ko-KR" altLang="en-US" dirty="0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D171A8F0-CE16-BF55-EECB-482B8C4E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pPr lvl="0">
                <a:spcAft>
                  <a:spcPts val="600"/>
                </a:spcAft>
                <a:defRPr/>
              </a:pPr>
              <a:t>7</a:t>
            </a:fld>
            <a:endParaRPr lang="en-US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57FBD1F-89E9-DD69-DEB8-2E2FFB867B3A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13ABDD0-C4F2-B65B-AE3C-561BB4CD5E40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Training environment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EC639FF-6F06-3B3A-4B0C-A4947899349D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FDA9EBE-7CCF-8199-5D23-5A6A463A8F24}"/>
              </a:ext>
            </a:extLst>
          </p:cNvPr>
          <p:cNvSpPr txBox="1"/>
          <p:nvPr/>
        </p:nvSpPr>
        <p:spPr>
          <a:xfrm>
            <a:off x="640079" y="1284998"/>
            <a:ext cx="100667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ko-KR" sz="2000" dirty="0" err="1"/>
              <a:t>Hydra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config</a:t>
            </a:r>
            <a:r>
              <a:rPr lang="ko-KR" altLang="ko-KR" sz="2000" dirty="0"/>
              <a:t> + </a:t>
            </a:r>
            <a:r>
              <a:rPr lang="ko-KR" altLang="ko-KR" sz="2000" dirty="0" err="1"/>
              <a:t>Lightning</a:t>
            </a:r>
            <a:r>
              <a:rPr lang="ko-KR" altLang="ko-KR" sz="2000" dirty="0"/>
              <a:t> </a:t>
            </a:r>
            <a:r>
              <a:rPr lang="ko-KR" altLang="ko-KR" sz="2000" dirty="0" err="1"/>
              <a:t>trainer</a:t>
            </a:r>
            <a:r>
              <a:rPr lang="ko-KR" altLang="ko-KR" sz="2000" dirty="0"/>
              <a:t>, GPU </a:t>
            </a:r>
            <a:r>
              <a:rPr lang="ko-KR" altLang="ko-KR" sz="2000" dirty="0" err="1"/>
              <a:t>training</a:t>
            </a:r>
            <a:endParaRPr lang="en-US" altLang="ko-KR" sz="2000" dirty="0"/>
          </a:p>
          <a:p>
            <a:endParaRPr lang="en-US" altLang="ko-KR" sz="2000" dirty="0"/>
          </a:p>
          <a:p>
            <a:pPr marL="285750" indent="-285750">
              <a:buFontTx/>
              <a:buChar char="-"/>
            </a:pPr>
            <a:r>
              <a:rPr lang="ko-KR" altLang="ko-KR" sz="2000" dirty="0" err="1"/>
              <a:t>Default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mixed</a:t>
            </a:r>
            <a:r>
              <a:rPr lang="ko-KR" altLang="ko-KR" sz="2000" dirty="0"/>
              <a:t> </a:t>
            </a:r>
            <a:r>
              <a:rPr lang="ko-KR" altLang="ko-KR" sz="2000" dirty="0" err="1"/>
              <a:t>precision</a:t>
            </a:r>
            <a:r>
              <a:rPr lang="ko-KR" altLang="ko-KR" sz="2000" dirty="0"/>
              <a:t> (</a:t>
            </a:r>
            <a:r>
              <a:rPr lang="ko-KR" altLang="ko-KR" sz="2000" b="1" dirty="0"/>
              <a:t>fp16</a:t>
            </a:r>
            <a:r>
              <a:rPr lang="ko-KR" altLang="ko-KR" sz="2000" dirty="0"/>
              <a:t>) </a:t>
            </a:r>
            <a:r>
              <a:rPr lang="ko-KR" altLang="ko-KR" sz="2000" dirty="0" err="1"/>
              <a:t>diverged</a:t>
            </a:r>
            <a:r>
              <a:rPr lang="ko-KR" altLang="ko-KR" sz="2000" dirty="0"/>
              <a:t> </a:t>
            </a:r>
            <a:r>
              <a:rPr lang="ko-KR" altLang="ko-KR" sz="2000" dirty="0" err="1"/>
              <a:t>to</a:t>
            </a:r>
            <a:r>
              <a:rPr lang="ko-KR" altLang="ko-KR" sz="2000" dirty="0"/>
              <a:t> </a:t>
            </a:r>
            <a:r>
              <a:rPr lang="en-US" altLang="ko-KR" sz="2000" dirty="0" err="1"/>
              <a:t>NaN</a:t>
            </a:r>
            <a:r>
              <a:rPr lang="ko-KR" altLang="ko-KR" sz="2000" dirty="0"/>
              <a:t> → </a:t>
            </a:r>
            <a:r>
              <a:rPr lang="ko-KR" altLang="ko-KR" sz="2000" dirty="0" err="1"/>
              <a:t>switched</a:t>
            </a:r>
            <a:r>
              <a:rPr lang="ko-KR" altLang="ko-KR" sz="2000" dirty="0"/>
              <a:t> </a:t>
            </a:r>
            <a:r>
              <a:rPr lang="ko-KR" altLang="ko-KR" sz="2000" dirty="0" err="1"/>
              <a:t>to</a:t>
            </a:r>
            <a:r>
              <a:rPr lang="ko-KR" altLang="ko-KR" sz="2000" dirty="0"/>
              <a:t> </a:t>
            </a:r>
            <a:r>
              <a:rPr lang="ko-KR" altLang="ko-KR" sz="2000" b="1" dirty="0" err="1"/>
              <a:t>precision</a:t>
            </a:r>
            <a:r>
              <a:rPr lang="ko-KR" altLang="ko-KR" sz="2000" b="1" dirty="0"/>
              <a:t>=32</a:t>
            </a:r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6CDF4-8CBC-BA89-C98E-5A3372E7277F}"/>
              </a:ext>
            </a:extLst>
          </p:cNvPr>
          <p:cNvSpPr txBox="1"/>
          <p:nvPr/>
        </p:nvSpPr>
        <p:spPr>
          <a:xfrm>
            <a:off x="706443" y="5352228"/>
            <a:ext cx="60930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b="1" dirty="0"/>
              <a:t>fp16 </a:t>
            </a:r>
            <a:r>
              <a:rPr lang="ko-KR" altLang="ko-KR" b="1" dirty="0" err="1"/>
              <a:t>mixed</a:t>
            </a:r>
            <a:r>
              <a:rPr lang="ko-KR" altLang="ko-KR" b="1" dirty="0"/>
              <a:t> </a:t>
            </a:r>
            <a:r>
              <a:rPr lang="ko-KR" altLang="ko-KR" b="1" dirty="0" err="1"/>
              <a:t>precision</a:t>
            </a:r>
            <a:r>
              <a:rPr lang="ko-KR" altLang="ko-KR" dirty="0"/>
              <a:t> — </a:t>
            </a:r>
            <a:r>
              <a:rPr lang="ko-KR" altLang="ko-KR" dirty="0" err="1"/>
              <a:t>training</a:t>
            </a:r>
            <a:r>
              <a:rPr lang="ko-KR" altLang="ko-KR" dirty="0"/>
              <a:t> </a:t>
            </a:r>
            <a:r>
              <a:rPr lang="ko-KR" altLang="ko-KR" dirty="0" err="1"/>
              <a:t>with</a:t>
            </a:r>
            <a:r>
              <a:rPr lang="ko-KR" altLang="ko-KR" dirty="0"/>
              <a:t> 16-bit </a:t>
            </a:r>
            <a:r>
              <a:rPr lang="ko-KR" altLang="ko-KR" dirty="0" err="1"/>
              <a:t>floats</a:t>
            </a:r>
            <a:r>
              <a:rPr lang="ko-KR" altLang="ko-KR" dirty="0"/>
              <a:t> (</a:t>
            </a:r>
            <a:r>
              <a:rPr lang="ko-KR" altLang="ko-KR" dirty="0" err="1"/>
              <a:t>half</a:t>
            </a:r>
            <a:r>
              <a:rPr lang="ko-KR" altLang="ko-KR" dirty="0"/>
              <a:t> </a:t>
            </a:r>
            <a:r>
              <a:rPr lang="ko-KR" altLang="ko-KR" dirty="0" err="1"/>
              <a:t>precision</a:t>
            </a:r>
            <a:r>
              <a:rPr lang="ko-KR" altLang="ko-KR" dirty="0"/>
              <a:t>)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speed</a:t>
            </a:r>
            <a:r>
              <a:rPr lang="ko-KR" altLang="ko-KR" dirty="0"/>
              <a:t> and </a:t>
            </a:r>
            <a:r>
              <a:rPr lang="ko-KR" altLang="ko-KR" dirty="0" err="1"/>
              <a:t>lower</a:t>
            </a:r>
            <a:r>
              <a:rPr lang="ko-KR" altLang="ko-KR" dirty="0"/>
              <a:t> </a:t>
            </a:r>
            <a:r>
              <a:rPr lang="ko-KR" altLang="ko-KR" dirty="0" err="1"/>
              <a:t>memory</a:t>
            </a:r>
            <a:r>
              <a:rPr lang="ko-KR" altLang="ko-KR" dirty="0"/>
              <a:t>, </a:t>
            </a:r>
            <a:r>
              <a:rPr lang="ko-KR" altLang="ko-KR" dirty="0" err="1"/>
              <a:t>while</a:t>
            </a:r>
            <a:r>
              <a:rPr lang="ko-KR" altLang="ko-KR" dirty="0"/>
              <a:t> </a:t>
            </a:r>
            <a:r>
              <a:rPr lang="ko-KR" altLang="ko-KR" dirty="0" err="1"/>
              <a:t>keeping</a:t>
            </a:r>
            <a:r>
              <a:rPr lang="ko-KR" altLang="ko-KR" dirty="0"/>
              <a:t> </a:t>
            </a:r>
            <a:r>
              <a:rPr lang="ko-KR" altLang="ko-KR" dirty="0" err="1"/>
              <a:t>precision-critical</a:t>
            </a:r>
            <a:r>
              <a:rPr lang="ko-KR" altLang="ko-KR" dirty="0"/>
              <a:t> </a:t>
            </a:r>
            <a:r>
              <a:rPr lang="ko-KR" altLang="ko-KR" dirty="0" err="1"/>
              <a:t>parts</a:t>
            </a:r>
            <a:r>
              <a:rPr lang="ko-KR" altLang="ko-KR" dirty="0"/>
              <a:t> (</a:t>
            </a:r>
            <a:r>
              <a:rPr lang="ko-KR" altLang="ko-KR" dirty="0" err="1"/>
              <a:t>weights</a:t>
            </a:r>
            <a:r>
              <a:rPr lang="ko-KR" altLang="ko-KR" dirty="0"/>
              <a:t>, </a:t>
            </a:r>
            <a:r>
              <a:rPr lang="ko-KR" altLang="ko-KR" dirty="0" err="1"/>
              <a:t>loss</a:t>
            </a:r>
            <a:r>
              <a:rPr lang="ko-KR" altLang="ko-KR" dirty="0"/>
              <a:t>) </a:t>
            </a:r>
            <a:r>
              <a:rPr lang="ko-KR" altLang="ko-KR" dirty="0" err="1"/>
              <a:t>in</a:t>
            </a:r>
            <a:r>
              <a:rPr lang="ko-KR" altLang="ko-KR" dirty="0"/>
              <a:t> 32-bit. </a:t>
            </a:r>
            <a:r>
              <a:rPr lang="ko-KR" altLang="ko-KR" dirty="0" err="1"/>
              <a:t>PyTorch</a:t>
            </a:r>
            <a:r>
              <a:rPr lang="ko-KR" altLang="ko-KR" dirty="0"/>
              <a:t> </a:t>
            </a:r>
            <a:r>
              <a:rPr lang="ko-KR" altLang="ko-KR" dirty="0" err="1"/>
              <a:t>Lightning</a:t>
            </a:r>
            <a:r>
              <a:rPr lang="ko-KR" altLang="ko-KR" dirty="0"/>
              <a:t> </a:t>
            </a:r>
            <a:r>
              <a:rPr lang="ko-KR" altLang="ko-KR" dirty="0" err="1"/>
              <a:t>uses</a:t>
            </a:r>
            <a:r>
              <a:rPr lang="ko-KR" altLang="ko-KR" dirty="0"/>
              <a:t> </a:t>
            </a:r>
            <a:r>
              <a:rPr lang="ko-KR" altLang="ko-KR" dirty="0" err="1"/>
              <a:t>it</a:t>
            </a:r>
            <a:r>
              <a:rPr lang="ko-KR" altLang="ko-KR" dirty="0"/>
              <a:t> </a:t>
            </a:r>
            <a:r>
              <a:rPr lang="ko-KR" altLang="ko-KR" dirty="0" err="1"/>
              <a:t>by</a:t>
            </a:r>
            <a:r>
              <a:rPr lang="ko-KR" altLang="ko-KR" dirty="0"/>
              <a:t> </a:t>
            </a:r>
            <a:r>
              <a:rPr lang="ko-KR" altLang="ko-KR" dirty="0" err="1"/>
              <a:t>default</a:t>
            </a:r>
            <a:r>
              <a:rPr lang="ko-KR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4958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B135E-C908-04BC-A67F-51BE53E69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69814B19-226B-BFB6-646D-07A3D5C7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Implementation goals &amp; environment</a:t>
            </a:r>
            <a:endParaRPr lang="ko-KR" altLang="en-US" dirty="0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44693BC2-63E0-DBAB-F7C7-86921344A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pPr lvl="0">
                <a:spcAft>
                  <a:spcPts val="600"/>
                </a:spcAft>
                <a:defRPr/>
              </a:pPr>
              <a:t>8</a:t>
            </a:fld>
            <a:endParaRPr lang="en-US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D9FA03E-2479-A12E-8830-5A3C354FC802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7A733CE-2176-7780-A596-33DF376D5756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Datasets (differ from the paper)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935DABD-4B3E-9B81-8D4C-530F05C1B71E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093E8BC-9528-8C8B-8F18-B96D9499362C}"/>
              </a:ext>
            </a:extLst>
          </p:cNvPr>
          <p:cNvSpPr txBox="1"/>
          <p:nvPr/>
        </p:nvSpPr>
        <p:spPr>
          <a:xfrm>
            <a:off x="640078" y="1284998"/>
            <a:ext cx="1023112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ko-KR" sz="2000" b="1" dirty="0"/>
              <a:t>Paper</a:t>
            </a:r>
            <a:r>
              <a:rPr lang="ko-KR" altLang="ko-KR" sz="2000" dirty="0"/>
              <a:t>: Srivatsan20 / Jiang24 / Norman19</a:t>
            </a:r>
            <a:endParaRPr lang="en-US" altLang="ko-KR" sz="2000" dirty="0"/>
          </a:p>
          <a:p>
            <a:endParaRPr lang="en-US" altLang="ko-KR" sz="2000" dirty="0"/>
          </a:p>
          <a:p>
            <a:pPr marL="285750" indent="-285750">
              <a:buFontTx/>
              <a:buChar char="-"/>
            </a:pPr>
            <a:r>
              <a:rPr lang="ko-KR" altLang="ko-KR" sz="2000" b="1" dirty="0" err="1"/>
              <a:t>This</a:t>
            </a:r>
            <a:r>
              <a:rPr lang="ko-KR" altLang="ko-KR" sz="2000" b="1" dirty="0"/>
              <a:t> </a:t>
            </a:r>
            <a:r>
              <a:rPr lang="ko-KR" altLang="ko-KR" sz="2000" b="1" dirty="0" err="1"/>
              <a:t>work</a:t>
            </a:r>
            <a:r>
              <a:rPr lang="ko-KR" altLang="ko-KR" sz="2000" dirty="0"/>
              <a:t>: frangieh21 / jiang24 / op3 </a:t>
            </a:r>
            <a:r>
              <a:rPr lang="ko-KR" altLang="ko-KR" sz="2000" i="1" dirty="0"/>
              <a:t>(</a:t>
            </a:r>
            <a:r>
              <a:rPr lang="ko-KR" altLang="ko-KR" sz="2000" i="1" dirty="0" err="1"/>
              <a:t>only</a:t>
            </a:r>
            <a:r>
              <a:rPr lang="ko-KR" altLang="ko-KR" sz="2000" i="1" dirty="0"/>
              <a:t> Jiang24 </a:t>
            </a:r>
            <a:r>
              <a:rPr lang="ko-KR" altLang="ko-KR" sz="2000" i="1" dirty="0" err="1"/>
              <a:t>overlaps</a:t>
            </a:r>
            <a:r>
              <a:rPr lang="ko-KR" altLang="ko-KR" sz="2000" i="1" dirty="0"/>
              <a:t>)</a:t>
            </a:r>
            <a:endParaRPr lang="en-US" altLang="ko-KR" sz="2000" i="1" dirty="0"/>
          </a:p>
          <a:p>
            <a:endParaRPr lang="en-US" altLang="ko-KR" sz="2000" i="1" dirty="0"/>
          </a:p>
          <a:p>
            <a:pPr marL="285750" indent="-285750">
              <a:buFontTx/>
              <a:buChar char="-"/>
            </a:pPr>
            <a:r>
              <a:rPr lang="ko-KR" altLang="ko-KR" sz="2000" b="1" i="1" u="sng" dirty="0" err="1"/>
              <a:t>Not</a:t>
            </a:r>
            <a:r>
              <a:rPr lang="ko-KR" altLang="ko-KR" sz="2000" b="1" i="1" u="sng" dirty="0"/>
              <a:t> </a:t>
            </a:r>
            <a:r>
              <a:rPr lang="ko-KR" altLang="ko-KR" sz="2000" b="1" i="1" u="sng" dirty="0" err="1"/>
              <a:t>a</a:t>
            </a:r>
            <a:r>
              <a:rPr lang="ko-KR" altLang="ko-KR" sz="2000" b="1" i="1" u="sng" dirty="0"/>
              <a:t> </a:t>
            </a:r>
            <a:r>
              <a:rPr lang="ko-KR" altLang="ko-KR" sz="2000" b="1" i="1" u="sng" dirty="0" err="1"/>
              <a:t>direct</a:t>
            </a:r>
            <a:r>
              <a:rPr lang="ko-KR" altLang="ko-KR" sz="2000" b="1" i="1" u="sng" dirty="0"/>
              <a:t> </a:t>
            </a:r>
            <a:r>
              <a:rPr lang="ko-KR" altLang="ko-KR" sz="2000" b="1" i="1" u="sng" dirty="0" err="1"/>
              <a:t>reproduction</a:t>
            </a:r>
            <a:r>
              <a:rPr lang="ko-KR" altLang="ko-KR" sz="2000" b="1" i="1" u="sng" dirty="0"/>
              <a:t> — </a:t>
            </a:r>
            <a:r>
              <a:rPr lang="ko-KR" altLang="ko-KR" sz="2000" b="1" i="1" u="sng" dirty="0" err="1"/>
              <a:t>framed</a:t>
            </a:r>
            <a:r>
              <a:rPr lang="ko-KR" altLang="ko-KR" sz="2000" b="1" i="1" u="sng" dirty="0"/>
              <a:t> </a:t>
            </a:r>
            <a:r>
              <a:rPr lang="ko-KR" altLang="ko-KR" sz="2000" b="1" i="1" u="sng" dirty="0" err="1"/>
              <a:t>as</a:t>
            </a:r>
            <a:r>
              <a:rPr lang="ko-KR" altLang="ko-KR" sz="2000" b="1" i="1" u="sng" dirty="0"/>
              <a:t> "</a:t>
            </a:r>
            <a:r>
              <a:rPr lang="ko-KR" altLang="ko-KR" sz="2000" b="1" i="1" u="sng" dirty="0" err="1"/>
              <a:t>same</a:t>
            </a:r>
            <a:r>
              <a:rPr lang="ko-KR" altLang="ko-KR" sz="2000" b="1" i="1" u="sng" dirty="0"/>
              <a:t> </a:t>
            </a:r>
            <a:r>
              <a:rPr lang="ko-KR" altLang="ko-KR" sz="2000" b="1" i="1" u="sng" dirty="0" err="1"/>
              <a:t>methodology</a:t>
            </a:r>
            <a:r>
              <a:rPr lang="ko-KR" altLang="ko-KR" sz="2000" b="1" i="1" u="sng" dirty="0"/>
              <a:t>, </a:t>
            </a:r>
            <a:r>
              <a:rPr lang="ko-KR" altLang="ko-KR" sz="2000" b="1" i="1" u="sng" dirty="0" err="1"/>
              <a:t>different</a:t>
            </a:r>
            <a:r>
              <a:rPr lang="ko-KR" altLang="ko-KR" sz="2000" b="1" i="1" u="sng" dirty="0"/>
              <a:t> </a:t>
            </a:r>
            <a:r>
              <a:rPr lang="ko-KR" altLang="ko-KR" sz="2000" b="1" i="1" u="sng" dirty="0" err="1"/>
              <a:t>datasets</a:t>
            </a:r>
            <a:r>
              <a:rPr lang="ko-KR" altLang="ko-KR" sz="2000" b="1" i="1" u="sng" dirty="0"/>
              <a:t>"</a:t>
            </a:r>
            <a:endParaRPr lang="ko-KR" altLang="en-US" sz="2000" b="1" i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D3C447-6B8B-2E00-00FF-3DF2E11E81EE}"/>
              </a:ext>
            </a:extLst>
          </p:cNvPr>
          <p:cNvSpPr txBox="1"/>
          <p:nvPr/>
        </p:nvSpPr>
        <p:spPr>
          <a:xfrm>
            <a:off x="734755" y="4416572"/>
            <a:ext cx="9770014" cy="141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2000" b="1" dirty="0" err="1"/>
              <a:t>Not</a:t>
            </a:r>
            <a:r>
              <a:rPr lang="ko-KR" altLang="ko-KR" sz="2000" b="1" dirty="0"/>
              <a:t> </a:t>
            </a:r>
            <a:r>
              <a:rPr lang="ko-KR" altLang="ko-KR" sz="2000" b="1" dirty="0" err="1"/>
              <a:t>reproduction</a:t>
            </a:r>
            <a:r>
              <a:rPr lang="ko-KR" altLang="ko-KR" sz="2000" b="1" dirty="0"/>
              <a:t> → </a:t>
            </a:r>
            <a:r>
              <a:rPr lang="ko-KR" altLang="ko-KR" sz="2000" b="1" dirty="0" err="1"/>
              <a:t>generalization</a:t>
            </a:r>
            <a:r>
              <a:rPr lang="ko-KR" altLang="ko-KR" sz="2000" dirty="0"/>
              <a:t>: </a:t>
            </a:r>
            <a:r>
              <a:rPr lang="ko-KR" altLang="ko-KR" sz="2000" dirty="0" err="1"/>
              <a:t>same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method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different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datasets</a:t>
            </a:r>
            <a:endParaRPr lang="ko-KR" altLang="ko-KR" sz="20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2000" b="1" dirty="0" err="1"/>
              <a:t>Only</a:t>
            </a:r>
            <a:r>
              <a:rPr lang="ko-KR" altLang="ko-KR" sz="2000" b="1" dirty="0"/>
              <a:t> Jiang24 </a:t>
            </a:r>
            <a:r>
              <a:rPr lang="ko-KR" altLang="ko-KR" sz="2000" b="1" dirty="0" err="1"/>
              <a:t>overlaps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with</a:t>
            </a:r>
            <a:r>
              <a:rPr lang="ko-KR" altLang="ko-KR" sz="2000" dirty="0"/>
              <a:t> </a:t>
            </a:r>
            <a:r>
              <a:rPr lang="ko-KR" altLang="ko-KR" sz="2000" dirty="0" err="1"/>
              <a:t>the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paper</a:t>
            </a:r>
            <a:r>
              <a:rPr lang="ko-KR" altLang="ko-KR" sz="2000" dirty="0"/>
              <a:t> (</a:t>
            </a:r>
            <a:r>
              <a:rPr lang="ko-KR" altLang="ko-KR" sz="2000" dirty="0" err="1"/>
              <a:t>intentional</a:t>
            </a:r>
            <a:r>
              <a:rPr lang="ko-KR" altLang="ko-KR" sz="2000" dirty="0"/>
              <a:t> </a:t>
            </a:r>
            <a:r>
              <a:rPr lang="ko-KR" altLang="ko-KR" sz="2000" dirty="0" err="1"/>
              <a:t>minimal</a:t>
            </a:r>
            <a:r>
              <a:rPr lang="ko-KR" altLang="ko-KR" sz="2000" dirty="0"/>
              <a:t> </a:t>
            </a:r>
            <a:r>
              <a:rPr lang="ko-KR" altLang="ko-KR" sz="2000" dirty="0" err="1"/>
              <a:t>overlap</a:t>
            </a:r>
            <a:r>
              <a:rPr lang="ko-KR" altLang="ko-KR" sz="2000" dirty="0"/>
              <a:t>)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2000" dirty="0" err="1"/>
              <a:t>Overlapping</a:t>
            </a:r>
            <a:r>
              <a:rPr lang="ko-KR" altLang="ko-KR" sz="2000" dirty="0"/>
              <a:t> = </a:t>
            </a:r>
            <a:r>
              <a:rPr lang="ko-KR" altLang="ko-KR" sz="2000" dirty="0" err="1"/>
              <a:t>compare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with</a:t>
            </a:r>
            <a:r>
              <a:rPr lang="ko-KR" altLang="ko-KR" sz="2000" dirty="0"/>
              <a:t> </a:t>
            </a:r>
            <a:r>
              <a:rPr lang="ko-KR" altLang="ko-KR" sz="2000" dirty="0" err="1"/>
              <a:t>paper</a:t>
            </a:r>
            <a:r>
              <a:rPr lang="ko-KR" altLang="ko-KR" sz="2000" dirty="0"/>
              <a:t> / </a:t>
            </a:r>
            <a:r>
              <a:rPr lang="ko-KR" altLang="ko-KR" sz="2000" dirty="0" err="1"/>
              <a:t>Non-overlapping</a:t>
            </a:r>
            <a:r>
              <a:rPr lang="ko-KR" altLang="ko-KR" sz="2000" dirty="0"/>
              <a:t> = </a:t>
            </a:r>
            <a:r>
              <a:rPr lang="ko-KR" altLang="ko-KR" sz="2000" dirty="0" err="1"/>
              <a:t>test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generalization</a:t>
            </a:r>
            <a:endParaRPr lang="ko-KR" altLang="ko-KR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CDCFCC-D128-0659-33D1-AB8F0F761879}"/>
              </a:ext>
            </a:extLst>
          </p:cNvPr>
          <p:cNvSpPr txBox="1"/>
          <p:nvPr/>
        </p:nvSpPr>
        <p:spPr>
          <a:xfrm>
            <a:off x="931985" y="3921369"/>
            <a:ext cx="1652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Why?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52799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C38D1-40A0-5653-B4CF-2AE21A13D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8F939FD2-2F8D-0225-A4E7-DEA873B1B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ko-KR" altLang="ko-KR" dirty="0" err="1"/>
              <a:t>Implementation</a:t>
            </a:r>
            <a:r>
              <a:rPr lang="ko-KR" altLang="ko-KR" dirty="0"/>
              <a:t> </a:t>
            </a:r>
            <a:r>
              <a:rPr lang="ko-KR" altLang="ko-KR" dirty="0" err="1"/>
              <a:t>process</a:t>
            </a:r>
            <a:endParaRPr lang="ko-KR" altLang="en-US" dirty="0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E7E24F99-0F62-9146-09D3-7C8949688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pPr lvl="0">
                <a:spcAft>
                  <a:spcPts val="600"/>
                </a:spcAft>
                <a:defRPr/>
              </a:pPr>
              <a:t>9</a:t>
            </a:fld>
            <a:endParaRPr lang="en-US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6D92592-E204-B686-035F-515EA824AFFC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3C9FE02-6581-3623-AFA3-EA65FA2B53A3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MLP ~ CFG U-Net (Architecture upgrade)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1DF7EF1-F144-35DE-E1C5-1701AB8A06CB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4FFBE61-D401-DCED-172E-741440F80AF0}"/>
              </a:ext>
            </a:extLst>
          </p:cNvPr>
          <p:cNvSpPr/>
          <p:nvPr/>
        </p:nvSpPr>
        <p:spPr>
          <a:xfrm>
            <a:off x="734755" y="2028306"/>
            <a:ext cx="2932999" cy="34248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29E6FE-41F0-73A0-06AF-21A979D68C8E}"/>
              </a:ext>
            </a:extLst>
          </p:cNvPr>
          <p:cNvSpPr txBox="1"/>
          <p:nvPr/>
        </p:nvSpPr>
        <p:spPr>
          <a:xfrm>
            <a:off x="1519610" y="2052472"/>
            <a:ext cx="1363287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Stage 1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B6C492-15F2-2822-34E0-317072B5BC3F}"/>
              </a:ext>
            </a:extLst>
          </p:cNvPr>
          <p:cNvSpPr txBox="1"/>
          <p:nvPr/>
        </p:nvSpPr>
        <p:spPr>
          <a:xfrm>
            <a:off x="1025464" y="2529813"/>
            <a:ext cx="2351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/>
              <a:t>FlowMatching</a:t>
            </a:r>
            <a:r>
              <a:rPr lang="en-US" altLang="ko-KR" b="1" dirty="0"/>
              <a:t> (MLP)</a:t>
            </a:r>
            <a:endParaRPr lang="ko-KR" altLang="en-US" b="1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922625F-CE31-94CD-EBD1-F530EED3C6C5}"/>
              </a:ext>
            </a:extLst>
          </p:cNvPr>
          <p:cNvSpPr/>
          <p:nvPr/>
        </p:nvSpPr>
        <p:spPr>
          <a:xfrm>
            <a:off x="4464379" y="2028306"/>
            <a:ext cx="2932999" cy="34248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8F71B8-94EA-63EC-3B21-6E37DC60F65E}"/>
              </a:ext>
            </a:extLst>
          </p:cNvPr>
          <p:cNvSpPr txBox="1"/>
          <p:nvPr/>
        </p:nvSpPr>
        <p:spPr>
          <a:xfrm>
            <a:off x="5249234" y="2052472"/>
            <a:ext cx="1363287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Stage 2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49EE81-D3E7-150A-7AC9-50A2C9FCDCCF}"/>
              </a:ext>
            </a:extLst>
          </p:cNvPr>
          <p:cNvSpPr txBox="1"/>
          <p:nvPr/>
        </p:nvSpPr>
        <p:spPr>
          <a:xfrm>
            <a:off x="4755088" y="2529813"/>
            <a:ext cx="2351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/>
              <a:t>FlowMatching</a:t>
            </a:r>
            <a:r>
              <a:rPr lang="en-US" altLang="ko-KR" b="1" dirty="0"/>
              <a:t> </a:t>
            </a:r>
          </a:p>
          <a:p>
            <a:pPr algn="ctr"/>
            <a:r>
              <a:rPr lang="en-US" altLang="ko-KR" b="1" dirty="0"/>
              <a:t>(U-Net)</a:t>
            </a:r>
            <a:endParaRPr lang="ko-KR" altLang="en-US" b="1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3918E02-BE64-7707-04C5-F54BD8A75BA8}"/>
              </a:ext>
            </a:extLst>
          </p:cNvPr>
          <p:cNvSpPr/>
          <p:nvPr/>
        </p:nvSpPr>
        <p:spPr>
          <a:xfrm>
            <a:off x="8297037" y="2028306"/>
            <a:ext cx="2932999" cy="342484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4EB180-FFB7-D903-9D3E-C9927311ED4B}"/>
              </a:ext>
            </a:extLst>
          </p:cNvPr>
          <p:cNvSpPr txBox="1"/>
          <p:nvPr/>
        </p:nvSpPr>
        <p:spPr>
          <a:xfrm>
            <a:off x="9081892" y="2052472"/>
            <a:ext cx="1363287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Stage 3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177E24-F763-5F83-72B6-1815CFF0804F}"/>
              </a:ext>
            </a:extLst>
          </p:cNvPr>
          <p:cNvSpPr txBox="1"/>
          <p:nvPr/>
        </p:nvSpPr>
        <p:spPr>
          <a:xfrm>
            <a:off x="8587746" y="2529813"/>
            <a:ext cx="2351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/>
              <a:t>PRiMeFlow</a:t>
            </a:r>
            <a:r>
              <a:rPr lang="en-US" altLang="ko-KR" b="1" dirty="0"/>
              <a:t> </a:t>
            </a:r>
          </a:p>
          <a:p>
            <a:pPr algn="ctr"/>
            <a:r>
              <a:rPr lang="en-US" altLang="ko-KR" b="1" dirty="0"/>
              <a:t>(U-net + CFG)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09210C0-6F20-F86C-E3C5-99EAAE239B7B}"/>
                  </a:ext>
                </a:extLst>
              </p:cNvPr>
              <p:cNvSpPr txBox="1"/>
              <p:nvPr/>
            </p:nvSpPr>
            <p:spPr>
              <a:xfrm>
                <a:off x="1025464" y="3429000"/>
                <a:ext cx="2351578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ko-KR" dirty="0">
                    <a:effectLst/>
                  </a:rPr>
                  <a:t>Parameterize </a:t>
                </a:r>
                <a:r>
                  <a:rPr lang="ko-KR" altLang="ko-KR" dirty="0" err="1">
                    <a:effectLst/>
                  </a:rPr>
                  <a:t>the</a:t>
                </a:r>
                <a:r>
                  <a:rPr lang="ko-KR" altLang="ko-KR" dirty="0">
                    <a:effectLst/>
                  </a:rPr>
                  <a:t> </a:t>
                </a:r>
                <a:r>
                  <a:rPr lang="ko-KR" altLang="ko-KR" dirty="0" err="1">
                    <a:effectLst/>
                  </a:rPr>
                  <a:t>velocity</a:t>
                </a:r>
                <a:r>
                  <a:rPr lang="ko-KR" altLang="ko-KR" dirty="0">
                    <a:effectLst/>
                  </a:rPr>
                  <a:t> </a:t>
                </a:r>
                <a:r>
                  <a:rPr lang="ko-KR" altLang="ko-KR" dirty="0" err="1">
                    <a:effectLst/>
                  </a:rPr>
                  <a:t>field</a:t>
                </a:r>
                <a:r>
                  <a:rPr lang="ko-KR" altLang="ko-KR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effectLst/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i="1" smtClean="0">
                            <a:effectLst/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ko-KR" altLang="ko-KR" dirty="0">
                    <a:effectLst/>
                  </a:rPr>
                  <a:t> </a:t>
                </a:r>
                <a:r>
                  <a:rPr lang="ko-KR" altLang="ko-KR" dirty="0" err="1">
                    <a:effectLst/>
                  </a:rPr>
                  <a:t>with</a:t>
                </a:r>
                <a:r>
                  <a:rPr lang="ko-KR" altLang="ko-KR" dirty="0">
                    <a:effectLst/>
                  </a:rPr>
                  <a:t> </a:t>
                </a:r>
                <a:r>
                  <a:rPr lang="ko-KR" altLang="ko-KR" dirty="0" err="1">
                    <a:effectLst/>
                  </a:rPr>
                  <a:t>a</a:t>
                </a:r>
                <a:r>
                  <a:rPr lang="ko-KR" altLang="ko-KR" dirty="0">
                    <a:effectLst/>
                  </a:rPr>
                  <a:t> </a:t>
                </a:r>
                <a:r>
                  <a:rPr lang="ko-KR" altLang="ko-KR" dirty="0" err="1">
                    <a:effectLst/>
                  </a:rPr>
                  <a:t>three-layer</a:t>
                </a:r>
                <a:r>
                  <a:rPr lang="ko-KR" altLang="ko-KR" dirty="0">
                    <a:effectLst/>
                  </a:rPr>
                  <a:t> MLP. </a:t>
                </a:r>
                <a:r>
                  <a:rPr lang="ko-KR" altLang="ko-KR" dirty="0" err="1">
                    <a:effectLst/>
                  </a:rPr>
                  <a:t>For</a:t>
                </a:r>
                <a:r>
                  <a:rPr lang="ko-KR" altLang="ko-KR" dirty="0">
                    <a:effectLst/>
                  </a:rPr>
                  <a:t> </a:t>
                </a:r>
                <a:r>
                  <a:rPr lang="ko-KR" altLang="ko-KR" dirty="0" err="1">
                    <a:effectLst/>
                  </a:rPr>
                  <a:t>baseline</a:t>
                </a:r>
                <a:r>
                  <a:rPr lang="ko-KR" altLang="ko-KR" dirty="0">
                    <a:effectLst/>
                  </a:rPr>
                  <a:t> </a:t>
                </a:r>
                <a:r>
                  <a:rPr lang="ko-KR" altLang="ko-KR" dirty="0" err="1">
                    <a:effectLst/>
                  </a:rPr>
                  <a:t>verification</a:t>
                </a:r>
                <a:r>
                  <a:rPr lang="ko-KR" altLang="ko-KR" dirty="0">
                    <a:effectLst/>
                  </a:rPr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09210C0-6F20-F86C-E3C5-99EAAE239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464" y="3429000"/>
                <a:ext cx="2351578" cy="1477328"/>
              </a:xfrm>
              <a:prstGeom prst="rect">
                <a:avLst/>
              </a:prstGeom>
              <a:blipFill>
                <a:blip r:embed="rId3"/>
                <a:stretch>
                  <a:fillRect l="-1813" t="-2479" r="-1813" b="-53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8A88C11-6E01-1C74-B0A0-3C6B635B61B7}"/>
                  </a:ext>
                </a:extLst>
              </p:cNvPr>
              <p:cNvSpPr txBox="1"/>
              <p:nvPr/>
            </p:nvSpPr>
            <p:spPr>
              <a:xfrm>
                <a:off x="4755088" y="3316019"/>
                <a:ext cx="2351578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ko-KR" dirty="0" err="1">
                    <a:effectLst/>
                  </a:rPr>
                  <a:t>In</a:t>
                </a:r>
                <a:r>
                  <a:rPr lang="ko-KR" altLang="ko-KR" dirty="0">
                    <a:effectLst/>
                  </a:rPr>
                  <a:t> </a:t>
                </a:r>
                <a:r>
                  <a:rPr lang="ko-KR" altLang="ko-KR" dirty="0" err="1">
                    <a:effectLst/>
                  </a:rPr>
                  <a:t>the</a:t>
                </a:r>
                <a:r>
                  <a:rPr lang="ko-KR" altLang="ko-KR" dirty="0">
                    <a:effectLst/>
                  </a:rPr>
                  <a:t> </a:t>
                </a:r>
                <a:r>
                  <a:rPr lang="ko-KR" altLang="ko-KR" dirty="0" err="1">
                    <a:effectLst/>
                  </a:rPr>
                  <a:t>same</a:t>
                </a:r>
                <a:r>
                  <a:rPr lang="ko-KR" altLang="ko-KR" dirty="0">
                    <a:effectLst/>
                  </a:rPr>
                  <a:t> </a:t>
                </a:r>
                <a:r>
                  <a:rPr lang="ko-KR" altLang="ko-KR" dirty="0" err="1">
                    <a:effectLst/>
                  </a:rPr>
                  <a:t>loss·ODE</a:t>
                </a:r>
                <a:r>
                  <a:rPr lang="ko-KR" altLang="ko-KR" dirty="0">
                    <a:effectLst/>
                  </a:rPr>
                  <a:t> </a:t>
                </a:r>
                <a:r>
                  <a:rPr lang="ko-KR" altLang="ko-KR" dirty="0" err="1">
                    <a:effectLst/>
                  </a:rPr>
                  <a:t>structure</a:t>
                </a:r>
                <a:r>
                  <a:rPr lang="ko-KR" altLang="ko-KR" dirty="0">
                    <a:effectLst/>
                  </a:rPr>
                  <a:t>, </a:t>
                </a:r>
                <a:r>
                  <a:rPr lang="ko-KR" altLang="ko-KR" dirty="0" err="1">
                    <a:effectLst/>
                  </a:rPr>
                  <a:t>only</a:t>
                </a:r>
                <a:r>
                  <a:rPr lang="ko-KR" altLang="ko-KR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ko-KR" altLang="ko-KR" dirty="0"/>
                  <a:t> </a:t>
                </a:r>
                <a:r>
                  <a:rPr lang="ko-KR" altLang="ko-KR" dirty="0" err="1">
                    <a:effectLst/>
                  </a:rPr>
                  <a:t>is</a:t>
                </a:r>
                <a:r>
                  <a:rPr lang="ko-KR" altLang="ko-KR" dirty="0">
                    <a:effectLst/>
                  </a:rPr>
                  <a:t> </a:t>
                </a:r>
                <a:r>
                  <a:rPr lang="ko-KR" altLang="ko-KR" dirty="0" err="1">
                    <a:effectLst/>
                  </a:rPr>
                  <a:t>replaced</a:t>
                </a:r>
                <a:r>
                  <a:rPr lang="ko-KR" altLang="ko-KR" dirty="0">
                    <a:effectLst/>
                  </a:rPr>
                  <a:t> </a:t>
                </a:r>
                <a:r>
                  <a:rPr lang="ko-KR" altLang="ko-KR" dirty="0" err="1">
                    <a:effectLst/>
                  </a:rPr>
                  <a:t>with</a:t>
                </a:r>
                <a:r>
                  <a:rPr lang="ko-KR" altLang="ko-KR" dirty="0">
                    <a:effectLst/>
                  </a:rPr>
                  <a:t> GeneUNet1D. </a:t>
                </a:r>
                <a:r>
                  <a:rPr lang="ko-KR" altLang="ko-KR" dirty="0" err="1">
                    <a:effectLst/>
                  </a:rPr>
                  <a:t>Expanding</a:t>
                </a:r>
                <a:r>
                  <a:rPr lang="ko-KR" altLang="ko-KR" dirty="0">
                    <a:effectLst/>
                  </a:rPr>
                  <a:t> </a:t>
                </a:r>
                <a:r>
                  <a:rPr lang="ko-KR" altLang="ko-KR" dirty="0" err="1">
                    <a:effectLst/>
                  </a:rPr>
                  <a:t>expressive</a:t>
                </a:r>
                <a:r>
                  <a:rPr lang="ko-KR" altLang="ko-KR" dirty="0">
                    <a:effectLst/>
                  </a:rPr>
                  <a:t> </a:t>
                </a:r>
                <a:r>
                  <a:rPr lang="ko-KR" altLang="ko-KR" dirty="0" err="1">
                    <a:effectLst/>
                  </a:rPr>
                  <a:t>ability</a:t>
                </a:r>
                <a:r>
                  <a:rPr lang="ko-KR" altLang="ko-KR" dirty="0">
                    <a:effectLst/>
                  </a:rPr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8A88C11-6E01-1C74-B0A0-3C6B635B6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088" y="3316019"/>
                <a:ext cx="2351578" cy="1754326"/>
              </a:xfrm>
              <a:prstGeom prst="rect">
                <a:avLst/>
              </a:prstGeom>
              <a:blipFill>
                <a:blip r:embed="rId4"/>
                <a:stretch>
                  <a:fillRect t="-2083" r="-777" b="-45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956298B6-EE96-D07E-B256-998C3475704D}"/>
              </a:ext>
            </a:extLst>
          </p:cNvPr>
          <p:cNvSpPr txBox="1"/>
          <p:nvPr/>
        </p:nvSpPr>
        <p:spPr>
          <a:xfrm>
            <a:off x="8621926" y="3316701"/>
            <a:ext cx="23173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dirty="0" err="1">
                <a:effectLst/>
              </a:rPr>
              <a:t>Fix</a:t>
            </a:r>
            <a:r>
              <a:rPr lang="ko-KR" altLang="ko-KR" dirty="0">
                <a:effectLst/>
              </a:rPr>
              <a:t> </a:t>
            </a:r>
            <a:r>
              <a:rPr lang="ko-KR" altLang="ko-KR" dirty="0" err="1">
                <a:effectLst/>
              </a:rPr>
              <a:t>the</a:t>
            </a:r>
            <a:r>
              <a:rPr lang="ko-KR" altLang="ko-KR" dirty="0">
                <a:effectLst/>
              </a:rPr>
              <a:t> </a:t>
            </a:r>
            <a:r>
              <a:rPr lang="ko-KR" altLang="ko-KR" dirty="0" err="1">
                <a:effectLst/>
              </a:rPr>
              <a:t>source</a:t>
            </a:r>
            <a:r>
              <a:rPr lang="ko-KR" altLang="ko-KR" dirty="0">
                <a:effectLst/>
              </a:rPr>
              <a:t> </a:t>
            </a:r>
            <a:r>
              <a:rPr lang="ko-KR" altLang="ko-KR" dirty="0" err="1">
                <a:effectLst/>
              </a:rPr>
              <a:t>to</a:t>
            </a:r>
            <a:r>
              <a:rPr lang="ko-KR" altLang="ko-KR" dirty="0">
                <a:effectLst/>
              </a:rPr>
              <a:t> </a:t>
            </a:r>
            <a:r>
              <a:rPr lang="ko-KR" altLang="ko-KR" dirty="0" err="1">
                <a:effectLst/>
              </a:rPr>
              <a:t>noise</a:t>
            </a:r>
            <a:r>
              <a:rPr lang="ko-KR" altLang="ko-KR" dirty="0">
                <a:effectLst/>
              </a:rPr>
              <a:t>, </a:t>
            </a:r>
            <a:r>
              <a:rPr lang="ko-KR" altLang="ko-KR" dirty="0" err="1">
                <a:effectLst/>
              </a:rPr>
              <a:t>apply</a:t>
            </a:r>
            <a:r>
              <a:rPr lang="ko-KR" altLang="ko-KR" dirty="0">
                <a:effectLst/>
              </a:rPr>
              <a:t> </a:t>
            </a:r>
            <a:r>
              <a:rPr lang="ko-KR" altLang="ko-KR" dirty="0" err="1">
                <a:effectLst/>
              </a:rPr>
              <a:t>condition</a:t>
            </a:r>
            <a:r>
              <a:rPr lang="ko-KR" altLang="ko-KR" dirty="0">
                <a:effectLst/>
              </a:rPr>
              <a:t> </a:t>
            </a:r>
            <a:r>
              <a:rPr lang="ko-KR" altLang="ko-KR" dirty="0" err="1">
                <a:effectLst/>
              </a:rPr>
              <a:t>dropout</a:t>
            </a:r>
            <a:r>
              <a:rPr lang="ko-KR" altLang="ko-KR" dirty="0">
                <a:effectLst/>
              </a:rPr>
              <a:t> </a:t>
            </a:r>
            <a:r>
              <a:rPr lang="ko-KR" altLang="ko-KR" dirty="0" err="1">
                <a:effectLst/>
              </a:rPr>
              <a:t>during</a:t>
            </a:r>
            <a:r>
              <a:rPr lang="ko-KR" altLang="ko-KR" dirty="0">
                <a:effectLst/>
              </a:rPr>
              <a:t> </a:t>
            </a:r>
            <a:r>
              <a:rPr lang="ko-KR" altLang="ko-KR" dirty="0" err="1">
                <a:effectLst/>
              </a:rPr>
              <a:t>training</a:t>
            </a:r>
            <a:r>
              <a:rPr lang="ko-KR" altLang="ko-KR" dirty="0">
                <a:effectLst/>
              </a:rPr>
              <a:t>, and </a:t>
            </a:r>
            <a:r>
              <a:rPr lang="ko-KR" altLang="ko-KR" dirty="0" err="1">
                <a:effectLst/>
              </a:rPr>
              <a:t>add</a:t>
            </a:r>
            <a:r>
              <a:rPr lang="ko-KR" altLang="ko-KR" dirty="0">
                <a:effectLst/>
              </a:rPr>
              <a:t> CFG </a:t>
            </a:r>
            <a:r>
              <a:rPr lang="ko-KR" altLang="ko-KR" dirty="0" err="1">
                <a:effectLst/>
              </a:rPr>
              <a:t>mixing</a:t>
            </a:r>
            <a:r>
              <a:rPr lang="ko-KR" altLang="ko-KR" dirty="0">
                <a:effectLst/>
              </a:rPr>
              <a:t> </a:t>
            </a:r>
            <a:r>
              <a:rPr lang="ko-KR" altLang="ko-KR" dirty="0" err="1">
                <a:effectLst/>
              </a:rPr>
              <a:t>during</a:t>
            </a:r>
            <a:r>
              <a:rPr lang="ko-KR" altLang="ko-KR" dirty="0">
                <a:effectLst/>
              </a:rPr>
              <a:t> </a:t>
            </a:r>
            <a:r>
              <a:rPr lang="ko-KR" altLang="ko-KR" dirty="0" err="1">
                <a:effectLst/>
              </a:rPr>
              <a:t>inference</a:t>
            </a:r>
            <a:r>
              <a:rPr lang="ko-KR" altLang="ko-KR" dirty="0">
                <a:effectLst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0059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31061-E0BA-50DF-59A0-D96691BAE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7D52A51B-34B4-50A2-6F53-9E8566F8D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ko-KR" altLang="ko-KR" dirty="0" err="1"/>
              <a:t>Implementation</a:t>
            </a:r>
            <a:r>
              <a:rPr lang="ko-KR" altLang="ko-KR" dirty="0"/>
              <a:t> </a:t>
            </a:r>
            <a:r>
              <a:rPr lang="ko-KR" altLang="ko-KR" dirty="0" err="1"/>
              <a:t>process</a:t>
            </a:r>
            <a:endParaRPr lang="ko-KR" altLang="en-US" dirty="0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0508D2CC-1278-1963-5E22-BE8C9AF0B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pPr lvl="0">
                <a:spcAft>
                  <a:spcPts val="600"/>
                </a:spcAft>
                <a:defRPr/>
              </a:pPr>
              <a:t>10</a:t>
            </a:fld>
            <a:endParaRPr lang="en-US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6B9985C-7B86-D6B3-AA0D-33A7750A3905}"/>
              </a:ext>
            </a:extLst>
          </p:cNvPr>
          <p:cNvGrpSpPr/>
          <p:nvPr/>
        </p:nvGrpSpPr>
        <p:grpSpPr>
          <a:xfrm>
            <a:off x="640079" y="682191"/>
            <a:ext cx="11435081" cy="424162"/>
            <a:chOff x="640078" y="623484"/>
            <a:chExt cx="13044315" cy="42416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E8DAB4A-C770-0631-B96B-C8615A8663E7}"/>
                </a:ext>
              </a:extLst>
            </p:cNvPr>
            <p:cNvSpPr txBox="1"/>
            <p:nvPr/>
          </p:nvSpPr>
          <p:spPr>
            <a:xfrm>
              <a:off x="715781" y="623484"/>
              <a:ext cx="12968612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0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Function 1. </a:t>
              </a:r>
              <a:r>
                <a:rPr kumimoji="1" lang="en-US" altLang="ko-KR" sz="2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get_flow_loss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96DE803-1152-7A80-D1D8-8FB51005AE5E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C6252414-CB95-1E11-8696-1466FCC748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70" r="31954"/>
          <a:stretch>
            <a:fillRect/>
          </a:stretch>
        </p:blipFill>
        <p:spPr>
          <a:xfrm>
            <a:off x="640079" y="1284999"/>
            <a:ext cx="6111898" cy="41288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E3AD1AB-C5D1-350D-5840-DBFF801E5EE1}"/>
                  </a:ext>
                </a:extLst>
              </p:cNvPr>
              <p:cNvSpPr txBox="1"/>
              <p:nvPr/>
            </p:nvSpPr>
            <p:spPr>
              <a:xfrm>
                <a:off x="7281949" y="1318250"/>
                <a:ext cx="4269972" cy="3779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dirty="0"/>
                  <a:t> sampling(noise)</a:t>
                </a: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(0, 1)</m:t>
                    </m:r>
                  </m:oMath>
                </a14:m>
                <a:endParaRPr lang="en-US" altLang="ko-KR" dirty="0"/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/>
                  <a:t> calculation</a:t>
                </a: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ko-KR" altLang="ko-KR" dirty="0"/>
                  <a:t>With </a:t>
                </a:r>
                <a:r>
                  <a:rPr lang="ko-KR" altLang="ko-KR" b="1" dirty="0" err="1"/>
                  <a:t>p_uncond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probability</a:t>
                </a:r>
                <a:r>
                  <a:rPr lang="ko-KR" altLang="ko-KR" dirty="0"/>
                  <a:t>, </a:t>
                </a:r>
                <a:r>
                  <a:rPr lang="ko-KR" altLang="ko-KR" dirty="0" err="1"/>
                  <a:t>the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condition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is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cleared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to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a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zero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vector</a:t>
                </a:r>
                <a:r>
                  <a:rPr lang="ko-KR" altLang="ko-KR" dirty="0"/>
                  <a:t> (</a:t>
                </a:r>
                <a:r>
                  <a:rPr lang="ko-KR" altLang="ko-KR" dirty="0" err="1"/>
                  <a:t>null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cond</a:t>
                </a:r>
                <a:r>
                  <a:rPr lang="en-US" altLang="ko-KR" dirty="0" err="1"/>
                  <a:t>ition</a:t>
                </a:r>
                <a:r>
                  <a:rPr lang="ko-KR" altLang="ko-KR" dirty="0"/>
                  <a:t>)</a:t>
                </a:r>
                <a:endParaRPr lang="en-US" altLang="ko-KR" dirty="0"/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ko-KR" altLang="ko-KR" dirty="0"/>
                  <a:t>The </a:t>
                </a:r>
                <a:r>
                  <a:rPr lang="ko-KR" altLang="ko-KR" b="1" dirty="0"/>
                  <a:t>MSE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such</a:t>
                </a:r>
                <a:r>
                  <a:rPr lang="ko-KR" altLang="ko-KR" dirty="0"/>
                  <a:t>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ko-KR" altLang="ko-K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ko-KR" dirty="0"/>
                  <a:t>, </a:t>
                </a:r>
                <a:r>
                  <a:rPr lang="ko-KR" altLang="ko-KR" dirty="0" err="1"/>
                  <a:t>cond</a:t>
                </a:r>
                <a:r>
                  <a:rPr lang="ko-KR" altLang="ko-KR" dirty="0"/>
                  <a:t>, </a:t>
                </a:r>
                <a:r>
                  <a:rPr lang="ko-KR" altLang="ko-KR" dirty="0" err="1"/>
                  <a:t>t</a:t>
                </a:r>
                <a:r>
                  <a:rPr lang="ko-KR" altLang="ko-KR" dirty="0"/>
                  <a:t>) </a:t>
                </a:r>
                <a:r>
                  <a:rPr lang="ko-KR" altLang="ko-KR" dirty="0" err="1"/>
                  <a:t>matches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the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constant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target</a:t>
                </a:r>
                <a:r>
                  <a:rPr lang="ko-KR" altLang="ko-KR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ko-KR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ko-KR" dirty="0"/>
                  <a:t>).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E3AD1AB-C5D1-350D-5840-DBFF801E5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949" y="1318250"/>
                <a:ext cx="4269972" cy="3779048"/>
              </a:xfrm>
              <a:prstGeom prst="rect">
                <a:avLst/>
              </a:prstGeom>
              <a:blipFill>
                <a:blip r:embed="rId4"/>
                <a:stretch>
                  <a:fillRect l="-1571" b="-16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6D8C2F5-77AD-6731-802B-6DD44132DD4A}"/>
              </a:ext>
            </a:extLst>
          </p:cNvPr>
          <p:cNvSpPr txBox="1"/>
          <p:nvPr/>
        </p:nvSpPr>
        <p:spPr>
          <a:xfrm>
            <a:off x="640079" y="6204641"/>
            <a:ext cx="8996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0070C0"/>
                </a:solidFill>
              </a:rPr>
              <a:t>* </a:t>
            </a:r>
            <a:r>
              <a:rPr lang="ko-KR" altLang="ko-KR" sz="1400" b="1" dirty="0">
                <a:solidFill>
                  <a:srgbClr val="0070C0"/>
                </a:solidFill>
              </a:rPr>
              <a:t>CFG (</a:t>
            </a:r>
            <a:r>
              <a:rPr lang="ko-KR" altLang="ko-KR" sz="1400" b="1" dirty="0" err="1">
                <a:solidFill>
                  <a:srgbClr val="0070C0"/>
                </a:solidFill>
              </a:rPr>
              <a:t>Classifier-Free</a:t>
            </a:r>
            <a:r>
              <a:rPr lang="ko-KR" altLang="ko-KR" sz="1400" b="1" dirty="0">
                <a:solidFill>
                  <a:srgbClr val="0070C0"/>
                </a:solidFill>
              </a:rPr>
              <a:t> </a:t>
            </a:r>
            <a:r>
              <a:rPr lang="ko-KR" altLang="ko-KR" sz="1400" b="1" dirty="0" err="1">
                <a:solidFill>
                  <a:srgbClr val="0070C0"/>
                </a:solidFill>
              </a:rPr>
              <a:t>Guidance</a:t>
            </a:r>
            <a:r>
              <a:rPr lang="en-US" altLang="ko-KR" sz="1400" b="1" dirty="0">
                <a:solidFill>
                  <a:srgbClr val="0070C0"/>
                </a:solidFill>
              </a:rPr>
              <a:t>):</a:t>
            </a:r>
            <a:r>
              <a:rPr lang="ko-KR" altLang="ko-KR" sz="1400" b="1" dirty="0">
                <a:solidFill>
                  <a:srgbClr val="0070C0"/>
                </a:solidFill>
              </a:rPr>
              <a:t> </a:t>
            </a:r>
            <a:r>
              <a:rPr lang="ko-KR" altLang="ko-KR" sz="1400" dirty="0" err="1">
                <a:solidFill>
                  <a:srgbClr val="0070C0"/>
                </a:solidFill>
              </a:rPr>
              <a:t>perturbation의</a:t>
            </a:r>
            <a:r>
              <a:rPr lang="ko-KR" altLang="ko-KR" sz="1400" dirty="0">
                <a:solidFill>
                  <a:srgbClr val="0070C0"/>
                </a:solidFill>
              </a:rPr>
              <a:t> 효과를 추론 때 얼마나 강하게 반영할지 조절하는 기법</a:t>
            </a:r>
            <a:endParaRPr lang="ko-KR" altLang="en-US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484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FD534-BF6A-A9C1-86C9-7E6CFD63E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2EA55CD8-241D-3D9A-6D0D-90B47AA8B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ko-KR" altLang="ko-KR" dirty="0" err="1"/>
              <a:t>Implementation</a:t>
            </a:r>
            <a:r>
              <a:rPr lang="ko-KR" altLang="ko-KR" dirty="0"/>
              <a:t> </a:t>
            </a:r>
            <a:r>
              <a:rPr lang="ko-KR" altLang="ko-KR" dirty="0" err="1"/>
              <a:t>process</a:t>
            </a:r>
            <a:endParaRPr lang="ko-KR" altLang="en-US" dirty="0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5DD1435F-803E-4395-FEE5-8A2BDAA92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pPr lvl="0">
                <a:spcAft>
                  <a:spcPts val="600"/>
                </a:spcAft>
                <a:defRPr/>
              </a:pPr>
              <a:t>11</a:t>
            </a:fld>
            <a:endParaRPr lang="en-US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9E621F1-E505-0814-E06A-F0452E0DAA4B}"/>
              </a:ext>
            </a:extLst>
          </p:cNvPr>
          <p:cNvGrpSpPr/>
          <p:nvPr/>
        </p:nvGrpSpPr>
        <p:grpSpPr>
          <a:xfrm>
            <a:off x="640079" y="682191"/>
            <a:ext cx="11435081" cy="424162"/>
            <a:chOff x="640078" y="623484"/>
            <a:chExt cx="13044315" cy="42416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70D3860-157B-6317-CA0F-56687E2EF540}"/>
                </a:ext>
              </a:extLst>
            </p:cNvPr>
            <p:cNvSpPr txBox="1"/>
            <p:nvPr/>
          </p:nvSpPr>
          <p:spPr>
            <a:xfrm>
              <a:off x="715781" y="623484"/>
              <a:ext cx="12968612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0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Function 2. integrate (</a:t>
              </a:r>
              <a:r>
                <a:rPr kumimoji="1" lang="en-US" altLang="ko-KR" sz="2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PRiMeFlow</a:t>
              </a: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62B9A63-4007-A1CC-E8DC-1C08C8FC982B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E0F9E628-29DF-5B26-053E-468EBD3C6E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231"/>
          <a:stretch>
            <a:fillRect/>
          </a:stretch>
        </p:blipFill>
        <p:spPr>
          <a:xfrm>
            <a:off x="640079" y="1318250"/>
            <a:ext cx="5965303" cy="40185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2AE4DE-E993-5F78-4256-C40A2DAB44DC}"/>
                  </a:ext>
                </a:extLst>
              </p:cNvPr>
              <p:cNvSpPr txBox="1"/>
              <p:nvPr/>
            </p:nvSpPr>
            <p:spPr>
              <a:xfrm>
                <a:off x="7218681" y="1318250"/>
                <a:ext cx="4333240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ko-KR" altLang="ko-KR" dirty="0"/>
                  <a:t>Integrate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ko-KR" dirty="0"/>
                  <a:t>/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ko-KR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ko-KR" altLang="ko-KR" dirty="0"/>
                  <a:t> </a:t>
                </a:r>
                <a:r>
                  <a:rPr lang="ko-KR" altLang="ko-KR" dirty="0" err="1"/>
                  <a:t>from</a:t>
                </a:r>
                <a:r>
                  <a:rPr lang="ko-KR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ko-KR" dirty="0"/>
                  <a:t> </a:t>
                </a:r>
                <a:r>
                  <a:rPr lang="ko-KR" altLang="ko-KR" dirty="0" err="1"/>
                  <a:t>over</a:t>
                </a:r>
                <a:r>
                  <a:rPr lang="ko-KR" altLang="ko-KR" dirty="0"/>
                  <a:t> </a:t>
                </a:r>
                <a:r>
                  <a:rPr lang="ko-KR" altLang="ko-KR" b="1" dirty="0" err="1"/>
                  <a:t>n</a:t>
                </a:r>
                <a:r>
                  <a:rPr lang="ko-KR" altLang="ko-KR" b="1" dirty="0"/>
                  <a:t> </a:t>
                </a:r>
                <a:r>
                  <a:rPr lang="ko-KR" altLang="ko-KR" b="1" dirty="0" err="1"/>
                  <a:t>Euler</a:t>
                </a:r>
                <a:r>
                  <a:rPr lang="ko-KR" altLang="ko-KR" b="1" dirty="0"/>
                  <a:t> </a:t>
                </a:r>
                <a:r>
                  <a:rPr lang="ko-KR" altLang="ko-KR" b="1" dirty="0" err="1"/>
                  <a:t>steps</a:t>
                </a:r>
                <a:endParaRPr lang="en-US" altLang="ko-KR" b="1" dirty="0"/>
              </a:p>
              <a:p>
                <a:pPr lvl="0"/>
                <a:endParaRPr lang="ko-KR" altLang="ko-KR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ko-KR" altLang="ko-KR" dirty="0" err="1"/>
                  <a:t>If</a:t>
                </a:r>
                <a:r>
                  <a:rPr lang="ko-KR" altLang="ko-KR" dirty="0"/>
                  <a:t> </a:t>
                </a:r>
                <a:r>
                  <a:rPr lang="ko-KR" altLang="ko-KR" b="1" dirty="0" err="1"/>
                  <a:t>cfg_weight</a:t>
                </a:r>
                <a:r>
                  <a:rPr lang="ko-KR" altLang="ko-KR" b="1" dirty="0"/>
                  <a:t> ≠ 1</a:t>
                </a:r>
                <a:r>
                  <a:rPr lang="ko-KR" altLang="ko-KR" dirty="0"/>
                  <a:t>, </a:t>
                </a:r>
                <a:r>
                  <a:rPr lang="ko-KR" altLang="ko-KR" dirty="0" err="1"/>
                  <a:t>extrapolate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conditional</a:t>
                </a:r>
                <a:r>
                  <a:rPr lang="ko-KR" altLang="ko-KR" dirty="0"/>
                  <a:t> &amp; </a:t>
                </a:r>
                <a:r>
                  <a:rPr lang="ko-KR" altLang="ko-KR" dirty="0" err="1"/>
                  <a:t>unconditional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velocities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each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step</a:t>
                </a:r>
                <a:r>
                  <a:rPr lang="ko-KR" altLang="ko-KR" dirty="0"/>
                  <a:t> (CFG)</a:t>
                </a:r>
                <a:endParaRPr lang="en-US" altLang="ko-KR" dirty="0"/>
              </a:p>
              <a:p>
                <a:pPr lvl="0"/>
                <a:endParaRPr lang="ko-KR" altLang="ko-KR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ko-KR" altLang="ko-KR" dirty="0" err="1"/>
                  <a:t>Base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FlowMatching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runs</a:t>
                </a:r>
                <a:r>
                  <a:rPr lang="ko-KR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ko-KR" dirty="0">
                    <a:latin typeface="+mn-lt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ko-KR" dirty="0" err="1">
                    <a:latin typeface="+mn-lt"/>
                  </a:rPr>
                  <a:t>·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ko-KR" dirty="0"/>
                  <a:t> </a:t>
                </a:r>
                <a:r>
                  <a:rPr lang="ko-KR" altLang="ko-KR" dirty="0" err="1"/>
                  <a:t>only</a:t>
                </a:r>
                <a:r>
                  <a:rPr lang="ko-KR" altLang="ko-KR" dirty="0"/>
                  <a:t> → </a:t>
                </a:r>
                <a:r>
                  <a:rPr lang="ko-KR" altLang="ko-KR" b="1" dirty="0" err="1"/>
                  <a:t>PRiMeFlow</a:t>
                </a:r>
                <a:r>
                  <a:rPr lang="ko-KR" altLang="ko-KR" b="1" dirty="0"/>
                  <a:t> </a:t>
                </a:r>
                <a:r>
                  <a:rPr lang="ko-KR" altLang="ko-KR" b="1" dirty="0" err="1"/>
                  <a:t>adds</a:t>
                </a:r>
                <a:r>
                  <a:rPr lang="ko-KR" altLang="ko-KR" b="1" dirty="0"/>
                  <a:t> </a:t>
                </a:r>
                <a:r>
                  <a:rPr lang="ko-KR" altLang="ko-KR" b="1" dirty="0" err="1"/>
                  <a:t>the</a:t>
                </a:r>
                <a:r>
                  <a:rPr lang="ko-KR" altLang="ko-KR" b="1" dirty="0"/>
                  <a:t> </a:t>
                </a:r>
                <a:r>
                  <a:rPr lang="ko-KR" altLang="ko-KR" b="1" dirty="0" err="1"/>
                  <a:t>guidance</a:t>
                </a:r>
                <a:r>
                  <a:rPr lang="ko-KR" altLang="ko-KR" b="1" dirty="0"/>
                  <a:t> </a:t>
                </a:r>
                <a:r>
                  <a:rPr lang="ko-KR" altLang="ko-KR" b="1" dirty="0" err="1"/>
                  <a:t>term</a:t>
                </a:r>
                <a:endParaRPr lang="ko-KR" altLang="ko-K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2AE4DE-E993-5F78-4256-C40A2DAB4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8681" y="1318250"/>
                <a:ext cx="4333240" cy="2862322"/>
              </a:xfrm>
              <a:prstGeom prst="rect">
                <a:avLst/>
              </a:prstGeom>
              <a:blipFill>
                <a:blip r:embed="rId4"/>
                <a:stretch>
                  <a:fillRect l="-844" t="-1064" r="-563" b="-23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9266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1A27D-0CA9-EB4C-FF30-049817A96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3F7365A1-E3FF-196C-725A-09A3F5D63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ko-KR" altLang="ko-KR" dirty="0" err="1"/>
              <a:t>Implementation</a:t>
            </a:r>
            <a:r>
              <a:rPr lang="ko-KR" altLang="ko-KR" dirty="0"/>
              <a:t> </a:t>
            </a:r>
            <a:r>
              <a:rPr lang="ko-KR" altLang="ko-KR" dirty="0" err="1"/>
              <a:t>process</a:t>
            </a:r>
            <a:endParaRPr lang="ko-KR" altLang="en-US" dirty="0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6A198165-4AB6-595B-6C54-99BA865CF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pPr lvl="0">
                <a:spcAft>
                  <a:spcPts val="600"/>
                </a:spcAft>
                <a:defRPr/>
              </a:pPr>
              <a:t>12</a:t>
            </a:fld>
            <a:endParaRPr lang="en-US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E7C9425-E85B-F4C6-0927-08A1E5604821}"/>
              </a:ext>
            </a:extLst>
          </p:cNvPr>
          <p:cNvGrpSpPr/>
          <p:nvPr/>
        </p:nvGrpSpPr>
        <p:grpSpPr>
          <a:xfrm>
            <a:off x="640079" y="682191"/>
            <a:ext cx="11435081" cy="424162"/>
            <a:chOff x="640078" y="623484"/>
            <a:chExt cx="13044315" cy="42416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B6C7280-D6C4-5A2F-9380-571603AFA47B}"/>
                </a:ext>
              </a:extLst>
            </p:cNvPr>
            <p:cNvSpPr txBox="1"/>
            <p:nvPr/>
          </p:nvSpPr>
          <p:spPr>
            <a:xfrm>
              <a:off x="715781" y="623484"/>
              <a:ext cx="12968612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0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Function 3. predict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7808681-0CFE-D435-5CB4-9860BCEAD181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851E9E7D-A817-583D-6C04-8F61CE2390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591"/>
          <a:stretch>
            <a:fillRect/>
          </a:stretch>
        </p:blipFill>
        <p:spPr>
          <a:xfrm>
            <a:off x="576116" y="1381502"/>
            <a:ext cx="6487391" cy="40051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10C289-9B6A-FDB1-2878-C92063834489}"/>
              </a:ext>
            </a:extLst>
          </p:cNvPr>
          <p:cNvSpPr txBox="1"/>
          <p:nvPr/>
        </p:nvSpPr>
        <p:spPr>
          <a:xfrm>
            <a:off x="7277100" y="1381502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b="1" dirty="0" err="1"/>
              <a:t>Problem</a:t>
            </a:r>
            <a:r>
              <a:rPr lang="ko-KR" altLang="ko-KR" dirty="0"/>
              <a:t> — 20k </a:t>
            </a:r>
            <a:r>
              <a:rPr lang="ko-KR" altLang="ko-KR" dirty="0" err="1"/>
              <a:t>cells</a:t>
            </a:r>
            <a:r>
              <a:rPr lang="ko-KR" altLang="ko-KR" dirty="0"/>
              <a:t>/</a:t>
            </a:r>
            <a:r>
              <a:rPr lang="ko-KR" altLang="ko-KR" dirty="0" err="1"/>
              <a:t>condition</a:t>
            </a:r>
            <a:r>
              <a:rPr lang="ko-KR" altLang="ko-KR" dirty="0"/>
              <a:t> </a:t>
            </a:r>
            <a:r>
              <a:rPr lang="ko-KR" altLang="ko-KR" dirty="0" err="1"/>
              <a:t>at</a:t>
            </a:r>
            <a:r>
              <a:rPr lang="ko-KR" altLang="ko-KR" dirty="0"/>
              <a:t> </a:t>
            </a:r>
            <a:r>
              <a:rPr lang="ko-KR" altLang="ko-KR" dirty="0" err="1"/>
              <a:t>once</a:t>
            </a:r>
            <a:r>
              <a:rPr lang="ko-KR" altLang="ko-KR" dirty="0"/>
              <a:t> → </a:t>
            </a:r>
            <a:r>
              <a:rPr lang="ko-KR" altLang="ko-KR" dirty="0" err="1"/>
              <a:t>O</a:t>
            </a:r>
            <a:r>
              <a:rPr lang="ko-KR" altLang="ko-KR" dirty="0"/>
              <a:t>(L²) </a:t>
            </a:r>
            <a:r>
              <a:rPr lang="ko-KR" altLang="ko-KR" dirty="0" err="1"/>
              <a:t>attention</a:t>
            </a:r>
            <a:r>
              <a:rPr lang="ko-KR" altLang="ko-KR" dirty="0"/>
              <a:t> </a:t>
            </a:r>
            <a:r>
              <a:rPr lang="ko-KR" altLang="ko-KR" dirty="0" err="1"/>
              <a:t>blows</a:t>
            </a:r>
            <a:r>
              <a:rPr lang="ko-KR" altLang="ko-KR" dirty="0"/>
              <a:t> VRAM</a:t>
            </a:r>
            <a:endParaRPr lang="en-US" altLang="ko-KR" dirty="0"/>
          </a:p>
          <a:p>
            <a:pPr lvl="0"/>
            <a:endParaRPr lang="ko-KR" altLang="ko-KR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b="1" dirty="0" err="1"/>
              <a:t>Fix</a:t>
            </a:r>
            <a:r>
              <a:rPr lang="ko-KR" altLang="ko-KR" dirty="0"/>
              <a:t> — 512-cell </a:t>
            </a:r>
            <a:r>
              <a:rPr lang="ko-KR" altLang="ko-KR" dirty="0" err="1"/>
              <a:t>chunks</a:t>
            </a:r>
            <a:r>
              <a:rPr lang="ko-KR" altLang="ko-KR" dirty="0"/>
              <a:t> → </a:t>
            </a:r>
            <a:r>
              <a:rPr lang="ko-KR" altLang="ko-KR" dirty="0" err="1">
                <a:latin typeface="+mn-lt"/>
              </a:rPr>
              <a:t>integrate</a:t>
            </a:r>
            <a:r>
              <a:rPr lang="ko-KR" altLang="ko-KR" dirty="0"/>
              <a:t> → </a:t>
            </a:r>
            <a:r>
              <a:rPr lang="ko-KR" altLang="ko-KR" dirty="0" err="1"/>
              <a:t>concat</a:t>
            </a:r>
            <a:r>
              <a:rPr lang="ko-KR" altLang="ko-KR" dirty="0"/>
              <a:t> (</a:t>
            </a:r>
            <a:r>
              <a:rPr lang="ko-KR" altLang="ko-KR" dirty="0" err="1"/>
              <a:t>same</a:t>
            </a:r>
            <a:r>
              <a:rPr lang="ko-KR" altLang="ko-KR" dirty="0"/>
              <a:t> ODE, </a:t>
            </a:r>
            <a:r>
              <a:rPr lang="ko-KR" altLang="ko-KR" dirty="0" err="1"/>
              <a:t>lower</a:t>
            </a:r>
            <a:r>
              <a:rPr lang="ko-KR" altLang="ko-KR" dirty="0"/>
              <a:t> </a:t>
            </a:r>
            <a:r>
              <a:rPr lang="ko-KR" altLang="ko-KR" dirty="0" err="1"/>
              <a:t>memory</a:t>
            </a:r>
            <a:r>
              <a:rPr lang="ko-KR" altLang="ko-KR" dirty="0"/>
              <a:t>)</a:t>
            </a:r>
            <a:endParaRPr lang="en-US" altLang="ko-KR" dirty="0"/>
          </a:p>
          <a:p>
            <a:pPr lvl="0"/>
            <a:endParaRPr lang="ko-KR" altLang="ko-KR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b="1" dirty="0" err="1"/>
              <a:t>Safeguard</a:t>
            </a:r>
            <a:r>
              <a:rPr lang="ko-KR" altLang="ko-KR" dirty="0"/>
              <a:t> — </a:t>
            </a:r>
            <a:r>
              <a:rPr lang="ko-KR" altLang="ko-KR" dirty="0" err="1"/>
              <a:t>nan</a:t>
            </a:r>
            <a:r>
              <a:rPr lang="ko-KR" altLang="ko-KR" dirty="0"/>
              <a:t>/</a:t>
            </a:r>
            <a:r>
              <a:rPr lang="ko-KR" altLang="ko-KR" dirty="0" err="1"/>
              <a:t>inf</a:t>
            </a:r>
            <a:r>
              <a:rPr lang="ko-KR" altLang="ko-KR" dirty="0"/>
              <a:t> → 0, </a:t>
            </a:r>
            <a:r>
              <a:rPr lang="ko-KR" altLang="ko-KR" dirty="0" err="1"/>
              <a:t>clip</a:t>
            </a:r>
            <a:r>
              <a:rPr lang="ko-KR" altLang="ko-KR" dirty="0"/>
              <a:t> [0, 12.0] </a:t>
            </a:r>
            <a:r>
              <a:rPr lang="ko-KR" altLang="ko-KR" dirty="0" err="1"/>
              <a:t>in</a:t>
            </a:r>
            <a:r>
              <a:rPr lang="ko-KR" altLang="ko-KR" dirty="0"/>
              <a:t> log1p </a:t>
            </a:r>
            <a:r>
              <a:rPr lang="ko-KR" altLang="ko-KR" dirty="0" err="1"/>
              <a:t>expression</a:t>
            </a:r>
            <a:r>
              <a:rPr lang="ko-KR" altLang="ko-KR" dirty="0"/>
              <a:t> </a:t>
            </a:r>
            <a:r>
              <a:rPr lang="ko-KR" altLang="ko-KR" dirty="0" err="1"/>
              <a:t>space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813292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783BB-2755-E6A3-9118-D5C832283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0F1D78E6-1F4D-5104-5507-ADF54C38D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ko-KR" altLang="ko-KR" dirty="0" err="1"/>
              <a:t>Implementation</a:t>
            </a:r>
            <a:r>
              <a:rPr lang="ko-KR" altLang="ko-KR" dirty="0"/>
              <a:t> </a:t>
            </a:r>
            <a:r>
              <a:rPr lang="ko-KR" altLang="ko-KR" dirty="0" err="1"/>
              <a:t>process</a:t>
            </a:r>
            <a:endParaRPr lang="ko-KR" altLang="en-US" dirty="0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0120D612-D276-FF93-E1B7-F1D1BDA7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pPr lvl="0">
                <a:spcAft>
                  <a:spcPts val="600"/>
                </a:spcAft>
                <a:defRPr/>
              </a:pPr>
              <a:t>13</a:t>
            </a:fld>
            <a:endParaRPr lang="en-US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CBE0D3F-6D58-F40E-5474-B9D1FF02E386}"/>
              </a:ext>
            </a:extLst>
          </p:cNvPr>
          <p:cNvGrpSpPr/>
          <p:nvPr/>
        </p:nvGrpSpPr>
        <p:grpSpPr>
          <a:xfrm>
            <a:off x="640079" y="682191"/>
            <a:ext cx="11435081" cy="424162"/>
            <a:chOff x="640078" y="623484"/>
            <a:chExt cx="13044315" cy="42416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C35B874-BD10-A1CB-142A-B87B69B50226}"/>
                </a:ext>
              </a:extLst>
            </p:cNvPr>
            <p:cNvSpPr txBox="1"/>
            <p:nvPr/>
          </p:nvSpPr>
          <p:spPr>
            <a:xfrm>
              <a:off x="715781" y="623484"/>
              <a:ext cx="12968612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0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Function 4. GeneUNet1D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0AE6542-31E7-AA8A-1AAC-E05B47BC0796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4709BFAD-5A08-52E3-3516-90C3CEAB94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693"/>
          <a:stretch>
            <a:fillRect/>
          </a:stretch>
        </p:blipFill>
        <p:spPr>
          <a:xfrm>
            <a:off x="640079" y="1284998"/>
            <a:ext cx="6995963" cy="33870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4EB2BA-B114-868B-F6FF-D9FEA80A1EE1}"/>
              </a:ext>
            </a:extLst>
          </p:cNvPr>
          <p:cNvSpPr txBox="1"/>
          <p:nvPr/>
        </p:nvSpPr>
        <p:spPr>
          <a:xfrm>
            <a:off x="640079" y="4946261"/>
            <a:ext cx="80685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b="1" dirty="0" err="1"/>
              <a:t>Axis</a:t>
            </a:r>
            <a:r>
              <a:rPr lang="ko-KR" altLang="ko-KR" b="1" dirty="0"/>
              <a:t>:</a:t>
            </a:r>
            <a:r>
              <a:rPr lang="ko-KR" altLang="ko-KR" dirty="0"/>
              <a:t> (H,W) → </a:t>
            </a:r>
            <a:r>
              <a:rPr lang="ko-KR" altLang="ko-KR" dirty="0" err="1"/>
              <a:t>gene</a:t>
            </a:r>
            <a:r>
              <a:rPr lang="ko-KR" altLang="ko-KR" dirty="0"/>
              <a:t> </a:t>
            </a:r>
            <a:r>
              <a:rPr lang="ko-KR" altLang="ko-KR" dirty="0" err="1"/>
              <a:t>axis</a:t>
            </a:r>
            <a:r>
              <a:rPr lang="ko-KR" altLang="ko-KR" dirty="0"/>
              <a:t>, Conv2d → Conv1d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b="1" dirty="0" err="1"/>
              <a:t>Conditioning</a:t>
            </a:r>
            <a:r>
              <a:rPr lang="ko-KR" altLang="ko-KR" b="1" dirty="0"/>
              <a:t>:</a:t>
            </a:r>
            <a:r>
              <a:rPr lang="ko-KR" altLang="ko-KR" dirty="0"/>
              <a:t> </a:t>
            </a:r>
            <a:r>
              <a:rPr lang="ko-KR" altLang="ko-KR" dirty="0" err="1"/>
              <a:t>time</a:t>
            </a:r>
            <a:r>
              <a:rPr lang="ko-KR" altLang="ko-KR" dirty="0"/>
              <a:t> + </a:t>
            </a:r>
            <a:r>
              <a:rPr lang="ko-KR" altLang="ko-KR" dirty="0" err="1"/>
              <a:t>condition</a:t>
            </a:r>
            <a:r>
              <a:rPr lang="ko-KR" altLang="ko-KR" dirty="0"/>
              <a:t> → </a:t>
            </a:r>
            <a:r>
              <a:rPr lang="ko-KR" altLang="ko-KR" dirty="0" err="1"/>
              <a:t>FiLM</a:t>
            </a:r>
            <a:r>
              <a:rPr lang="ko-KR" altLang="ko-KR" dirty="0"/>
              <a:t> </a:t>
            </a:r>
            <a:r>
              <a:rPr lang="ko-KR" altLang="ko-KR" dirty="0" err="1"/>
              <a:t>scale</a:t>
            </a:r>
            <a:r>
              <a:rPr lang="ko-KR" altLang="ko-KR" dirty="0"/>
              <a:t>/</a:t>
            </a:r>
            <a:r>
              <a:rPr lang="ko-KR" altLang="ko-KR" dirty="0" err="1"/>
              <a:t>shift</a:t>
            </a:r>
            <a:r>
              <a:rPr lang="ko-KR" altLang="ko-KR" dirty="0"/>
              <a:t> (</a:t>
            </a:r>
            <a:r>
              <a:rPr lang="ko-KR" altLang="ko-KR" dirty="0" err="1"/>
              <a:t>all</a:t>
            </a:r>
            <a:r>
              <a:rPr lang="ko-KR" altLang="ko-KR" dirty="0"/>
              <a:t> </a:t>
            </a:r>
            <a:r>
              <a:rPr lang="ko-KR" altLang="ko-KR" dirty="0" err="1"/>
              <a:t>ResBlocks</a:t>
            </a:r>
            <a:r>
              <a:rPr lang="ko-KR" altLang="ko-KR" dirty="0"/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b="1" dirty="0" err="1"/>
              <a:t>Structure</a:t>
            </a:r>
            <a:r>
              <a:rPr lang="ko-KR" altLang="ko-KR" b="1" dirty="0"/>
              <a:t>:</a:t>
            </a:r>
            <a:r>
              <a:rPr lang="ko-KR" altLang="ko-KR" dirty="0"/>
              <a:t> stride-2 </a:t>
            </a:r>
            <a:r>
              <a:rPr lang="ko-KR" altLang="ko-KR" dirty="0" err="1"/>
              <a:t>down</a:t>
            </a:r>
            <a:r>
              <a:rPr lang="ko-KR" altLang="ko-KR" dirty="0"/>
              <a:t> / </a:t>
            </a:r>
            <a:r>
              <a:rPr lang="ko-KR" altLang="ko-KR" dirty="0" err="1"/>
              <a:t>nearest</a:t>
            </a:r>
            <a:r>
              <a:rPr lang="ko-KR" altLang="ko-KR" dirty="0"/>
              <a:t> </a:t>
            </a:r>
            <a:r>
              <a:rPr lang="ko-KR" altLang="ko-KR" dirty="0" err="1"/>
              <a:t>up</a:t>
            </a:r>
            <a:r>
              <a:rPr lang="ko-KR" altLang="ko-KR" dirty="0"/>
              <a:t> / </a:t>
            </a:r>
            <a:r>
              <a:rPr lang="ko-KR" altLang="ko-KR" dirty="0" err="1"/>
              <a:t>skip</a:t>
            </a:r>
            <a:r>
              <a:rPr lang="ko-KR" altLang="ko-KR" dirty="0"/>
              <a:t> </a:t>
            </a:r>
            <a:r>
              <a:rPr lang="ko-KR" altLang="ko-KR" dirty="0" err="1"/>
              <a:t>concat</a:t>
            </a:r>
            <a:endParaRPr lang="ko-KR" altLang="ko-KR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b="1" dirty="0" err="1"/>
              <a:t>Attention</a:t>
            </a:r>
            <a:r>
              <a:rPr lang="ko-KR" altLang="ko-KR" b="1" dirty="0"/>
              <a:t>:</a:t>
            </a:r>
            <a:r>
              <a:rPr lang="ko-KR" altLang="ko-KR" dirty="0"/>
              <a:t> </a:t>
            </a:r>
            <a:r>
              <a:rPr lang="ko-KR" altLang="ko-KR" dirty="0" err="1"/>
              <a:t>mid</a:t>
            </a:r>
            <a:r>
              <a:rPr lang="ko-KR" altLang="ko-KR" dirty="0"/>
              <a:t> </a:t>
            </a:r>
            <a:r>
              <a:rPr lang="ko-KR" altLang="ko-KR" dirty="0" err="1"/>
              <a:t>block</a:t>
            </a:r>
            <a:r>
              <a:rPr lang="ko-KR" altLang="ko-KR" dirty="0"/>
              <a:t> </a:t>
            </a:r>
            <a:r>
              <a:rPr lang="ko-KR" altLang="ko-KR" dirty="0" err="1"/>
              <a:t>only</a:t>
            </a:r>
            <a:r>
              <a:rPr lang="ko-KR" altLang="ko-KR" dirty="0"/>
              <a:t> → </a:t>
            </a:r>
            <a:r>
              <a:rPr lang="ko-KR" altLang="ko-KR" b="1" dirty="0"/>
              <a:t>OOM </a:t>
            </a:r>
            <a:r>
              <a:rPr lang="ko-KR" altLang="ko-KR" b="1" dirty="0" err="1"/>
              <a:t>cause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1804748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13326-DBA1-3B68-8D19-FF7CDF86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9B1ADE97-92B5-56B6-A46F-D358B2DA8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ko-KR" altLang="ko-KR" dirty="0" err="1"/>
              <a:t>Implementation</a:t>
            </a:r>
            <a:r>
              <a:rPr lang="ko-KR" altLang="ko-KR" dirty="0"/>
              <a:t> </a:t>
            </a:r>
            <a:r>
              <a:rPr lang="ko-KR" altLang="ko-KR" dirty="0" err="1"/>
              <a:t>process</a:t>
            </a:r>
            <a:endParaRPr lang="ko-KR" altLang="en-US" dirty="0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D16E353F-E6AC-38EC-0637-18DCE433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pPr lvl="0">
                <a:spcAft>
                  <a:spcPts val="600"/>
                </a:spcAft>
                <a:defRPr/>
              </a:pPr>
              <a:t>14</a:t>
            </a:fld>
            <a:endParaRPr lang="en-US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05D7E89-8F53-B59D-3411-049EFA36EDF7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8AB7938-13FB-B0B2-9A6C-A66EAE1EE23C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flow_matching.yaml</a:t>
              </a: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 vs </a:t>
              </a:r>
              <a:r>
                <a:rPr kumimoji="1" lang="en-US" altLang="ko-KR" sz="2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primeflow.yaml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22CA8FF-A248-8BEF-0009-81044CFF9A0F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276C78D-340F-BFCF-0411-9C448C0BE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727447"/>
              </p:ext>
            </p:extLst>
          </p:nvPr>
        </p:nvGraphicFramePr>
        <p:xfrm>
          <a:off x="926869" y="1426976"/>
          <a:ext cx="9921702" cy="47970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07234">
                  <a:extLst>
                    <a:ext uri="{9D8B030D-6E8A-4147-A177-3AD203B41FA5}">
                      <a16:colId xmlns:a16="http://schemas.microsoft.com/office/drawing/2014/main" val="2850071369"/>
                    </a:ext>
                  </a:extLst>
                </a:gridCol>
                <a:gridCol w="3307234">
                  <a:extLst>
                    <a:ext uri="{9D8B030D-6E8A-4147-A177-3AD203B41FA5}">
                      <a16:colId xmlns:a16="http://schemas.microsoft.com/office/drawing/2014/main" val="3340885995"/>
                    </a:ext>
                  </a:extLst>
                </a:gridCol>
                <a:gridCol w="3307234">
                  <a:extLst>
                    <a:ext uri="{9D8B030D-6E8A-4147-A177-3AD203B41FA5}">
                      <a16:colId xmlns:a16="http://schemas.microsoft.com/office/drawing/2014/main" val="356766967"/>
                    </a:ext>
                  </a:extLst>
                </a:gridCol>
              </a:tblGrid>
              <a:tr h="6852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700" b="1" i="0" cap="all" dirty="0">
                          <a:solidFill>
                            <a:sysClr val="windowText" lastClr="000000"/>
                          </a:solidFill>
                          <a:effectLst/>
                          <a:latin typeface="IBM Plex Sans" panose="020B0503050203000203" pitchFamily="34" charset="0"/>
                        </a:rPr>
                        <a:t>value</a:t>
                      </a:r>
                      <a:endParaRPr lang="ko-KR" sz="1700" b="1" i="0" cap="all" dirty="0">
                        <a:solidFill>
                          <a:sysClr val="windowText" lastClr="000000"/>
                        </a:solidFill>
                        <a:effectLst/>
                        <a:latin typeface="IBM Plex Sans" panose="020B0503050203000203" pitchFamily="34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 b="1" cap="all" dirty="0" err="1">
                          <a:solidFill>
                            <a:sysClr val="windowText" lastClr="000000"/>
                          </a:solidFill>
                          <a:effectLst/>
                        </a:rPr>
                        <a:t>flow_matching.yaml</a:t>
                      </a:r>
                      <a:endParaRPr lang="ko-KR" sz="1700" b="1" i="0" cap="all" dirty="0">
                        <a:solidFill>
                          <a:sysClr val="windowText" lastClr="000000"/>
                        </a:solidFill>
                        <a:effectLst/>
                        <a:latin typeface="IBM Plex Sans" panose="020B0503050203000203" pitchFamily="34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 b="1" cap="all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primeflow.yaml</a:t>
                      </a:r>
                      <a:endParaRPr lang="ko-KR" sz="1700" b="1" i="0" cap="all" dirty="0">
                        <a:solidFill>
                          <a:sysClr val="windowText" lastClr="000000"/>
                        </a:solidFill>
                        <a:effectLst/>
                        <a:latin typeface="IBM Plex Sans" panose="020B0503050203000203" pitchFamily="34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254770"/>
                  </a:ext>
                </a:extLst>
              </a:tr>
              <a:tr h="3915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 b="1" i="1" dirty="0">
                          <a:effectLst/>
                        </a:rPr>
                        <a:t>_</a:t>
                      </a:r>
                      <a:r>
                        <a:rPr lang="ko-KR" sz="1700" b="1" i="1" dirty="0" err="1">
                          <a:effectLst/>
                        </a:rPr>
                        <a:t>target</a:t>
                      </a:r>
                      <a:r>
                        <a:rPr lang="ko-KR" sz="1700" b="1" i="1" dirty="0">
                          <a:effectLst/>
                        </a:rPr>
                        <a:t>_</a:t>
                      </a:r>
                      <a:endParaRPr lang="ko-KR" sz="1700" b="1" i="1" dirty="0">
                        <a:solidFill>
                          <a:srgbClr val="5C6259"/>
                        </a:solidFill>
                        <a:effectLst/>
                        <a:latin typeface="IBM Plex Sans" panose="020B0503050203000203" pitchFamily="34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 dirty="0" err="1">
                          <a:effectLst/>
                        </a:rPr>
                        <a:t>FlowMatching</a:t>
                      </a:r>
                      <a:endParaRPr lang="ko-KR" sz="1700" b="0" i="0" dirty="0">
                        <a:solidFill>
                          <a:srgbClr val="1B1F1B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>
                          <a:effectLst/>
                        </a:rPr>
                        <a:t>PrimeFlow</a:t>
                      </a:r>
                      <a:endParaRPr lang="ko-KR" sz="1700" b="0" i="0">
                        <a:solidFill>
                          <a:srgbClr val="1B1F1B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33465494"/>
                  </a:ext>
                </a:extLst>
              </a:tr>
              <a:tr h="3915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 b="1" i="1" dirty="0" err="1">
                          <a:effectLst/>
                        </a:rPr>
                        <a:t>architecture</a:t>
                      </a:r>
                      <a:endParaRPr lang="ko-KR" sz="1700" b="1" i="1" dirty="0">
                        <a:solidFill>
                          <a:srgbClr val="5C6259"/>
                        </a:solidFill>
                        <a:effectLst/>
                        <a:latin typeface="IBM Plex Sans" panose="020B0503050203000203" pitchFamily="34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 dirty="0" err="1">
                          <a:effectLst/>
                        </a:rPr>
                        <a:t>mlp</a:t>
                      </a:r>
                      <a:endParaRPr lang="ko-KR" sz="1700" b="0" i="0" dirty="0">
                        <a:solidFill>
                          <a:srgbClr val="1B1F1B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 dirty="0" err="1">
                          <a:effectLst/>
                        </a:rPr>
                        <a:t>U</a:t>
                      </a:r>
                      <a:r>
                        <a:rPr lang="ko-KR" sz="1700" dirty="0">
                          <a:effectLst/>
                        </a:rPr>
                        <a:t>-Net</a:t>
                      </a:r>
                      <a:r>
                        <a:rPr lang="en-US" altLang="ko-KR" sz="1700" dirty="0">
                          <a:effectLst/>
                        </a:rPr>
                        <a:t> (fixed)</a:t>
                      </a:r>
                      <a:endParaRPr lang="ko-KR" sz="1700" b="0" i="0" dirty="0">
                        <a:solidFill>
                          <a:srgbClr val="1B1F1B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25537674"/>
                  </a:ext>
                </a:extLst>
              </a:tr>
              <a:tr h="6852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 b="1" i="1" dirty="0" err="1">
                          <a:effectLst/>
                        </a:rPr>
                        <a:t>source</a:t>
                      </a:r>
                      <a:endParaRPr lang="ko-KR" sz="1700" b="1" i="1" dirty="0">
                        <a:solidFill>
                          <a:srgbClr val="5C6259"/>
                        </a:solidFill>
                        <a:effectLst/>
                        <a:latin typeface="IBM Plex Sans" panose="020B0503050203000203" pitchFamily="34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700" dirty="0">
                          <a:effectLst/>
                        </a:rPr>
                        <a:t>control / </a:t>
                      </a:r>
                      <a:r>
                        <a:rPr lang="ko-KR" sz="1700" dirty="0" err="1">
                          <a:effectLst/>
                        </a:rPr>
                        <a:t>noise</a:t>
                      </a:r>
                      <a:endParaRPr lang="ko-KR" sz="1700" b="0" i="0" dirty="0">
                        <a:solidFill>
                          <a:srgbClr val="1B1F1B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700" dirty="0">
                          <a:effectLst/>
                        </a:rPr>
                        <a:t>n</a:t>
                      </a:r>
                      <a:r>
                        <a:rPr lang="ko-KR" altLang="ko-KR" sz="1700" dirty="0" err="1">
                          <a:effectLst/>
                        </a:rPr>
                        <a:t>oise</a:t>
                      </a:r>
                      <a:r>
                        <a:rPr lang="en-US" altLang="ko-KR" sz="1700" dirty="0">
                          <a:effectLst/>
                        </a:rPr>
                        <a:t> (fixed)</a:t>
                      </a:r>
                      <a:endParaRPr lang="ko-KR" sz="1700" b="0" i="0" dirty="0">
                        <a:solidFill>
                          <a:srgbClr val="1B1F1B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43824612"/>
                  </a:ext>
                </a:extLst>
              </a:tr>
              <a:tr h="3915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700" b="1" i="1" dirty="0" err="1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lr</a:t>
                      </a:r>
                      <a:r>
                        <a:rPr lang="en-US" altLang="ko-KR" sz="1700" b="1" i="1" dirty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 (learning rate)</a:t>
                      </a:r>
                      <a:endParaRPr lang="ko-KR" sz="1700" b="1" i="1" dirty="0">
                        <a:solidFill>
                          <a:schemeClr val="tx1"/>
                        </a:solidFill>
                        <a:effectLst/>
                        <a:latin typeface="IBM Plex Sans" panose="020B0503050203000203" pitchFamily="34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 dirty="0">
                          <a:effectLst/>
                        </a:rPr>
                        <a:t>1e-4</a:t>
                      </a:r>
                      <a:endParaRPr lang="ko-KR" sz="1700" b="0" i="0" dirty="0">
                        <a:solidFill>
                          <a:srgbClr val="1B1F1B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 dirty="0">
                          <a:effectLst/>
                        </a:rPr>
                        <a:t>1e-3</a:t>
                      </a:r>
                      <a:endParaRPr lang="ko-KR" sz="1700" b="1" i="0" dirty="0">
                        <a:solidFill>
                          <a:srgbClr val="A8641F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473163"/>
                  </a:ext>
                </a:extLst>
              </a:tr>
              <a:tr h="3915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700" b="1" i="1" dirty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</a:rPr>
                        <a:t>wd (weight decay)</a:t>
                      </a:r>
                      <a:endParaRPr lang="ko-KR" sz="1700" b="1" i="1" dirty="0">
                        <a:solidFill>
                          <a:schemeClr val="tx1"/>
                        </a:solidFill>
                        <a:effectLst/>
                        <a:latin typeface="IBM Plex Sans" panose="020B0503050203000203" pitchFamily="34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>
                          <a:effectLst/>
                        </a:rPr>
                        <a:t>1e-5</a:t>
                      </a:r>
                      <a:endParaRPr lang="ko-KR" sz="1700" b="0" i="0">
                        <a:solidFill>
                          <a:srgbClr val="1B1F1B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 dirty="0">
                          <a:effectLst/>
                        </a:rPr>
                        <a:t>1e-4</a:t>
                      </a:r>
                      <a:endParaRPr lang="ko-KR" sz="1700" b="0" i="0" dirty="0">
                        <a:solidFill>
                          <a:srgbClr val="1B1F1B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72467066"/>
                  </a:ext>
                </a:extLst>
              </a:tr>
              <a:tr h="3915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 b="1" i="1" dirty="0" err="1">
                          <a:effectLst/>
                        </a:rPr>
                        <a:t>p_uncond</a:t>
                      </a:r>
                      <a:endParaRPr lang="ko-KR" sz="1700" b="1" i="1" dirty="0">
                        <a:solidFill>
                          <a:srgbClr val="5C6259"/>
                        </a:solidFill>
                        <a:effectLst/>
                        <a:latin typeface="IBM Plex Sans" panose="020B0503050203000203" pitchFamily="34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 dirty="0">
                          <a:effectLst/>
                        </a:rPr>
                        <a:t>—</a:t>
                      </a:r>
                      <a:endParaRPr lang="ko-KR" sz="1700" b="0" i="0" dirty="0">
                        <a:solidFill>
                          <a:srgbClr val="1B1F1B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 dirty="0">
                          <a:effectLst/>
                        </a:rPr>
                        <a:t>0.1</a:t>
                      </a:r>
                      <a:endParaRPr lang="ko-KR" sz="1700" b="1" i="0" dirty="0">
                        <a:solidFill>
                          <a:srgbClr val="A8641F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72606"/>
                  </a:ext>
                </a:extLst>
              </a:tr>
              <a:tr h="3915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 b="1" i="1" dirty="0" err="1">
                          <a:effectLst/>
                        </a:rPr>
                        <a:t>cfg_weight</a:t>
                      </a:r>
                      <a:endParaRPr lang="ko-KR" sz="1700" b="1" i="1" dirty="0">
                        <a:solidFill>
                          <a:srgbClr val="5C6259"/>
                        </a:solidFill>
                        <a:effectLst/>
                        <a:latin typeface="IBM Plex Sans" panose="020B0503050203000203" pitchFamily="34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 dirty="0">
                          <a:effectLst/>
                        </a:rPr>
                        <a:t>—</a:t>
                      </a:r>
                      <a:endParaRPr lang="ko-KR" sz="1700" b="0" i="0" dirty="0">
                        <a:solidFill>
                          <a:srgbClr val="1B1F1B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 dirty="0">
                          <a:effectLst/>
                        </a:rPr>
                        <a:t>1.0</a:t>
                      </a:r>
                      <a:endParaRPr lang="ko-KR" sz="1700" b="1" i="0" dirty="0">
                        <a:solidFill>
                          <a:srgbClr val="A8641F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43507371"/>
                  </a:ext>
                </a:extLst>
              </a:tr>
              <a:tr h="3915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 b="1" i="1" dirty="0" err="1">
                          <a:effectLst/>
                        </a:rPr>
                        <a:t>n_ode_steps</a:t>
                      </a:r>
                      <a:endParaRPr lang="ko-KR" sz="1700" b="1" i="1" dirty="0">
                        <a:solidFill>
                          <a:srgbClr val="5C6259"/>
                        </a:solidFill>
                        <a:effectLst/>
                        <a:latin typeface="IBM Plex Sans" panose="020B0503050203000203" pitchFamily="34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>
                          <a:effectLst/>
                        </a:rPr>
                        <a:t>100</a:t>
                      </a:r>
                      <a:endParaRPr lang="ko-KR" sz="1700" b="0" i="0">
                        <a:solidFill>
                          <a:srgbClr val="1B1F1B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 dirty="0">
                          <a:effectLst/>
                        </a:rPr>
                        <a:t>100</a:t>
                      </a:r>
                      <a:endParaRPr lang="ko-KR" sz="1700" b="0" i="0" dirty="0">
                        <a:solidFill>
                          <a:srgbClr val="1B1F1B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07546963"/>
                  </a:ext>
                </a:extLst>
              </a:tr>
              <a:tr h="6852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 b="1" i="1" dirty="0" err="1">
                          <a:effectLst/>
                        </a:rPr>
                        <a:t>unet_channel_mult</a:t>
                      </a:r>
                      <a:endParaRPr lang="ko-KR" sz="1700" b="1" i="1" dirty="0">
                        <a:solidFill>
                          <a:srgbClr val="5C6259"/>
                        </a:solidFill>
                        <a:effectLst/>
                        <a:latin typeface="IBM Plex Sans" panose="020B0503050203000203" pitchFamily="34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 dirty="0">
                          <a:effectLst/>
                        </a:rPr>
                        <a:t>[1,2,4,8]</a:t>
                      </a:r>
                      <a:endParaRPr lang="ko-KR" sz="1700" b="0" i="0" dirty="0">
                        <a:solidFill>
                          <a:srgbClr val="1B1F1B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700" dirty="0">
                          <a:effectLst/>
                        </a:rPr>
                        <a:t>[1,2,4,8]</a:t>
                      </a:r>
                      <a:endParaRPr lang="ko-KR" sz="1700" b="0" i="0" dirty="0">
                        <a:solidFill>
                          <a:srgbClr val="1B1F1B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866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9316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C4305-FF93-DED9-FF78-32A4D2DE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9CC0874E-3604-65EE-7668-49E37DE37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D5F617A6-BE18-3BD6-4DDF-F390378F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pPr lvl="0">
                <a:spcAft>
                  <a:spcPts val="600"/>
                </a:spcAft>
                <a:defRPr/>
              </a:pPr>
              <a:t>15</a:t>
            </a:fld>
            <a:endParaRPr lang="en-US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7B034B5-3B76-6F07-6450-85FB7B9EC315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85C2F9-4FD7-9622-2F39-D959C4BE9A70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Per-model performance </a:t>
              </a:r>
              <a:r>
                <a:rPr kumimoji="1" lang="en-US" altLang="ko-KR" sz="2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profile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C8EAB3F-4102-9711-B83B-4A80AE021A56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BF870753-49DA-2D8C-BE68-DB6FD14FD7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567"/>
          <a:stretch>
            <a:fillRect/>
          </a:stretch>
        </p:blipFill>
        <p:spPr>
          <a:xfrm>
            <a:off x="1604528" y="1420806"/>
            <a:ext cx="9000000" cy="500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17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E109E-023B-A648-0340-EC74C2D98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0B468ACF-3644-CE7B-A28B-9DD4898FB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6D4C7325-C3DB-A752-5851-EAC755B2D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pPr lvl="0">
                <a:spcAft>
                  <a:spcPts val="600"/>
                </a:spcAft>
                <a:defRPr/>
              </a:pPr>
              <a:t>16</a:t>
            </a:fld>
            <a:endParaRPr lang="en-US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B620A3F-2BFC-4D87-E6AF-32D5E7BB0418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8092A8E-3C10-AFA5-B28D-48F5DFAB31BA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Per-model performance </a:t>
              </a:r>
              <a:r>
                <a:rPr kumimoji="1" lang="en-US" altLang="ko-KR" sz="2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profile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1AA7738-9713-EBD4-C19D-FC6B4932E0D6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BAA5F12F-1EDB-5B78-88BF-48981EBB80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699"/>
          <a:stretch>
            <a:fillRect/>
          </a:stretch>
        </p:blipFill>
        <p:spPr>
          <a:xfrm>
            <a:off x="1386187" y="1405898"/>
            <a:ext cx="9003066" cy="49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471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B5607-1F4B-CDFC-C7B4-0BF1DF7DA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2D03E7C7-F5E7-A6D6-2284-B36A56329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E07453A3-43B1-3151-E561-902A700ED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pPr lvl="0">
                <a:spcAft>
                  <a:spcPts val="600"/>
                </a:spcAft>
                <a:defRPr/>
              </a:pPr>
              <a:t>17</a:t>
            </a:fld>
            <a:endParaRPr lang="en-US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4D415D2-245A-E99A-9A13-B989EC7808A9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A72FAE-6FF2-287A-05D2-757042838E32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Metric-heatmap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4A33813-FBC1-BC60-ECB6-3F57BC019AC6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26E000BB-09A6-7542-B717-D40B84FA9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251" y="1130519"/>
            <a:ext cx="9828938" cy="5233022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E4D4C08B-7565-CE86-E49E-EAE23AD5C6FB}"/>
              </a:ext>
            </a:extLst>
          </p:cNvPr>
          <p:cNvSpPr/>
          <p:nvPr/>
        </p:nvSpPr>
        <p:spPr>
          <a:xfrm>
            <a:off x="7683500" y="4699000"/>
            <a:ext cx="698500" cy="1244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690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1BEBA-BCA9-4DCF-18EE-6676F3160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17B359CD-89BF-5942-3B68-82EE4F5E3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ko-KR" altLang="ko-KR" dirty="0" err="1"/>
              <a:t>Limit</a:t>
            </a:r>
            <a:r>
              <a:rPr lang="ko-KR" altLang="ko-KR" dirty="0"/>
              <a:t> and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next</a:t>
            </a:r>
            <a:r>
              <a:rPr lang="ko-KR" altLang="ko-KR" dirty="0"/>
              <a:t> </a:t>
            </a:r>
            <a:r>
              <a:rPr lang="ko-KR" altLang="ko-KR" dirty="0" err="1"/>
              <a:t>step</a:t>
            </a:r>
            <a:endParaRPr lang="ko-KR" altLang="en-US" dirty="0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4E5B390A-D9DE-8D20-9F79-751706B1C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pPr lvl="0">
                <a:spcAft>
                  <a:spcPts val="600"/>
                </a:spcAft>
                <a:defRPr/>
              </a:pPr>
              <a:t>18</a:t>
            </a:fld>
            <a:endParaRPr lang="en-US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04B2AA5-8EF4-967A-F7C8-5CE10421C0CE}"/>
              </a:ext>
            </a:extLst>
          </p:cNvPr>
          <p:cNvGrpSpPr/>
          <p:nvPr/>
        </p:nvGrpSpPr>
        <p:grpSpPr>
          <a:xfrm>
            <a:off x="640079" y="682190"/>
            <a:ext cx="11435081" cy="424163"/>
            <a:chOff x="640078" y="623483"/>
            <a:chExt cx="13044315" cy="42416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EB6767-69E6-BDE6-6C11-6BD087B70685}"/>
                </a:ext>
              </a:extLst>
            </p:cNvPr>
            <p:cNvSpPr txBox="1"/>
            <p:nvPr/>
          </p:nvSpPr>
          <p:spPr>
            <a:xfrm>
              <a:off x="715781" y="623483"/>
              <a:ext cx="12968612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00000"/>
                </a:lnSpc>
              </a:pPr>
              <a:r>
                <a:rPr lang="ko-KR" altLang="ko-KR" sz="2000" b="1" dirty="0" err="1"/>
                <a:t>Possible</a:t>
              </a:r>
              <a:r>
                <a:rPr lang="ko-KR" altLang="ko-KR" sz="2000" b="1" dirty="0"/>
                <a:t> </a:t>
              </a:r>
              <a:r>
                <a:rPr lang="ko-KR" altLang="ko-KR" sz="2000" b="1" dirty="0" err="1"/>
                <a:t>Causes</a:t>
              </a:r>
              <a:r>
                <a:rPr lang="ko-KR" altLang="ko-KR" sz="2000" b="1" dirty="0"/>
                <a:t> of MMD_PCA </a:t>
              </a:r>
              <a:r>
                <a:rPr lang="ko-KR" altLang="ko-KR" sz="2000" b="1" dirty="0" err="1"/>
                <a:t>Outliers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1AAD2B9-9686-842A-036E-DF6214CD3936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9E182B-8230-17A8-B151-0E3F3FBF5F3B}"/>
              </a:ext>
            </a:extLst>
          </p:cNvPr>
          <p:cNvSpPr/>
          <p:nvPr/>
        </p:nvSpPr>
        <p:spPr>
          <a:xfrm>
            <a:off x="1372870" y="1536700"/>
            <a:ext cx="9446260" cy="1074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ko-KR" altLang="ko-KR" b="1"/>
              <a:t>Finding</a:t>
            </a:r>
            <a:r>
              <a:rPr lang="ko-KR" altLang="ko-KR"/>
              <a:t> — PRiMeFlow: MMD_PCA </a:t>
            </a:r>
            <a:r>
              <a:rPr lang="ko-KR" altLang="ko-KR" b="1"/>
              <a:t>6</a:t>
            </a:r>
            <a:r>
              <a:rPr lang="en-US" altLang="ko-KR" b="1"/>
              <a:t> ~ </a:t>
            </a:r>
            <a:r>
              <a:rPr lang="ko-KR" altLang="ko-KR" b="1"/>
              <a:t>17× worse</a:t>
            </a:r>
            <a:r>
              <a:rPr lang="ko-KR" altLang="ko-KR"/>
              <a:t> than baselines (18.8</a:t>
            </a:r>
            <a:r>
              <a:rPr lang="en-US" altLang="ko-KR"/>
              <a:t> ~ </a:t>
            </a:r>
            <a:r>
              <a:rPr lang="ko-KR" altLang="ko-KR"/>
              <a:t>19.0 vs 1.1</a:t>
            </a:r>
            <a:r>
              <a:rPr lang="en-US" altLang="ko-KR"/>
              <a:t> ~ </a:t>
            </a:r>
            <a:r>
              <a:rPr lang="ko-KR" altLang="ko-KR"/>
              <a:t>3.3); top-k recall OK but distribution badly off</a:t>
            </a:r>
            <a:endParaRPr lang="en-US" altLang="ko-KR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6BB87F3-8947-E0FB-AD06-AA29F816120E}"/>
              </a:ext>
            </a:extLst>
          </p:cNvPr>
          <p:cNvSpPr/>
          <p:nvPr/>
        </p:nvSpPr>
        <p:spPr>
          <a:xfrm>
            <a:off x="2044700" y="3064310"/>
            <a:ext cx="3149600" cy="31115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ko-KR" altLang="ko-KR" dirty="0"/>
          </a:p>
          <a:p>
            <a:pPr lvl="0" algn="ctr"/>
            <a:r>
              <a:rPr lang="ko-KR" altLang="ko-KR" b="1" dirty="0" err="1">
                <a:solidFill>
                  <a:sysClr val="windowText" lastClr="000000"/>
                </a:solidFill>
              </a:rPr>
              <a:t>Cause</a:t>
            </a:r>
            <a:r>
              <a:rPr lang="ko-KR" altLang="ko-KR" b="1" dirty="0">
                <a:solidFill>
                  <a:sysClr val="windowText" lastClr="000000"/>
                </a:solidFill>
              </a:rPr>
              <a:t> ①</a:t>
            </a:r>
            <a:endParaRPr lang="en-US" altLang="ko-KR" b="1" dirty="0">
              <a:solidFill>
                <a:sysClr val="windowText" lastClr="000000"/>
              </a:solidFill>
            </a:endParaRPr>
          </a:p>
          <a:p>
            <a:pPr lvl="0" algn="ctr"/>
            <a:endParaRPr lang="en-US" altLang="ko-KR" b="1" dirty="0">
              <a:solidFill>
                <a:sysClr val="windowText" lastClr="000000"/>
              </a:solidFill>
            </a:endParaRPr>
          </a:p>
          <a:p>
            <a:pPr lvl="0" algn="ctr"/>
            <a:endParaRPr lang="en-US" altLang="ko-KR" b="1" dirty="0">
              <a:solidFill>
                <a:sysClr val="windowText" lastClr="000000"/>
              </a:solidFill>
            </a:endParaRPr>
          </a:p>
          <a:p>
            <a:pPr lvl="0" algn="ctr"/>
            <a:r>
              <a:rPr lang="ko-KR" altLang="ko-KR" dirty="0" err="1">
                <a:solidFill>
                  <a:sysClr val="windowText" lastClr="000000"/>
                </a:solidFill>
              </a:rPr>
              <a:t>Input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gap</a:t>
            </a:r>
            <a:r>
              <a:rPr lang="ko-KR" altLang="ko-KR" dirty="0">
                <a:solidFill>
                  <a:sysClr val="windowText" lastClr="000000"/>
                </a:solidFill>
              </a:rPr>
              <a:t>: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raw-scalar</a:t>
            </a:r>
            <a:r>
              <a:rPr lang="ko-KR" altLang="ko-KR" dirty="0">
                <a:solidFill>
                  <a:sysClr val="windowText" lastClr="000000"/>
                </a:solidFill>
              </a:rPr>
              <a:t> Conv1d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lift</a:t>
            </a:r>
            <a:r>
              <a:rPr lang="ko-KR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missing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the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paper's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sinusoidal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Enc</a:t>
            </a:r>
            <a:r>
              <a:rPr lang="ko-KR" altLang="ko-KR" dirty="0">
                <a:solidFill>
                  <a:sysClr val="windowText" lastClr="000000"/>
                </a:solidFill>
              </a:rPr>
              <a:t>(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x_t</a:t>
            </a:r>
            <a:r>
              <a:rPr lang="ko-KR" altLang="ko-KR" dirty="0">
                <a:solidFill>
                  <a:sysClr val="windowText" lastClr="000000"/>
                </a:solidFill>
              </a:rPr>
              <a:t>) +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learnable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gene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embedding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Emb</a:t>
            </a:r>
            <a:r>
              <a:rPr lang="ko-KR" altLang="ko-KR" dirty="0">
                <a:solidFill>
                  <a:sysClr val="windowText" lastClr="000000"/>
                </a:solidFill>
              </a:rPr>
              <a:t>(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G</a:t>
            </a:r>
            <a:r>
              <a:rPr lang="ko-KR" altLang="ko-KR" dirty="0">
                <a:solidFill>
                  <a:sysClr val="windowText" lastClr="000000"/>
                </a:solidFill>
              </a:rPr>
              <a:t>)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lvl="0"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84B1960-A208-81FD-FBB6-3D0CE14184B8}"/>
              </a:ext>
            </a:extLst>
          </p:cNvPr>
          <p:cNvSpPr/>
          <p:nvPr/>
        </p:nvSpPr>
        <p:spPr>
          <a:xfrm>
            <a:off x="6908800" y="3065433"/>
            <a:ext cx="3149600" cy="31115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solidFill>
                <a:sysClr val="windowText" lastClr="000000"/>
              </a:solidFill>
            </a:endParaRPr>
          </a:p>
          <a:p>
            <a:pPr lvl="0" algn="ctr"/>
            <a:r>
              <a:rPr lang="ko-KR" altLang="ko-KR" b="1" dirty="0" err="1">
                <a:solidFill>
                  <a:sysClr val="windowText" lastClr="000000"/>
                </a:solidFill>
              </a:rPr>
              <a:t>Cause</a:t>
            </a:r>
            <a:r>
              <a:rPr lang="ko-KR" altLang="ko-KR" b="1" dirty="0">
                <a:solidFill>
                  <a:sysClr val="windowText" lastClr="000000"/>
                </a:solidFill>
              </a:rPr>
              <a:t> ②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lvl="0" algn="ctr"/>
            <a:endParaRPr lang="en-US" altLang="ko-KR" b="0" dirty="0">
              <a:solidFill>
                <a:sysClr val="windowText" lastClr="000000"/>
              </a:solidFill>
            </a:endParaRPr>
          </a:p>
          <a:p>
            <a:pPr lvl="0" algn="ctr"/>
            <a:endParaRPr lang="en-US" altLang="ko-KR" dirty="0">
              <a:solidFill>
                <a:sysClr val="windowText" lastClr="000000"/>
              </a:solidFill>
            </a:endParaRPr>
          </a:p>
          <a:p>
            <a:pPr lvl="0" algn="ctr"/>
            <a:r>
              <a:rPr lang="ko-KR" altLang="ko-KR" b="0" dirty="0" err="1">
                <a:solidFill>
                  <a:sysClr val="windowText" lastClr="000000"/>
                </a:solidFill>
              </a:rPr>
              <a:t>Our</a:t>
            </a:r>
            <a:r>
              <a:rPr lang="ko-KR" altLang="ko-KR" b="0" dirty="0">
                <a:solidFill>
                  <a:sysClr val="windowText" lastClr="000000"/>
                </a:solidFill>
              </a:rPr>
              <a:t> MMD_PCA (~19) matches the paper's failed MLP ablation (~18), not its U-Net (0.14) → U-Net bias not realized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lvl="0" algn="ctr"/>
            <a:endParaRPr lang="en-US" altLang="ko-KR" dirty="0">
              <a:solidFill>
                <a:sysClr val="windowText" lastClr="000000"/>
              </a:solidFill>
            </a:endParaRPr>
          </a:p>
          <a:p>
            <a:pPr lvl="0" algn="ctr"/>
            <a:endParaRPr lang="ko-KR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624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4C2C9-1DA6-7FDA-3D90-E11FDF05C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70B69193-01E4-A350-1B1A-A4331616F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ko-KR" altLang="ko-KR" dirty="0" err="1"/>
              <a:t>Limit</a:t>
            </a:r>
            <a:r>
              <a:rPr lang="ko-KR" altLang="ko-KR" dirty="0"/>
              <a:t> and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next</a:t>
            </a:r>
            <a:r>
              <a:rPr lang="ko-KR" altLang="ko-KR" dirty="0"/>
              <a:t> </a:t>
            </a:r>
            <a:r>
              <a:rPr lang="ko-KR" altLang="ko-KR" dirty="0" err="1"/>
              <a:t>step</a:t>
            </a:r>
            <a:endParaRPr lang="ko-KR" altLang="en-US" dirty="0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38E14A91-F356-6E24-FA16-7B6C22D3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pPr lvl="0">
                <a:spcAft>
                  <a:spcPts val="600"/>
                </a:spcAft>
                <a:defRPr/>
              </a:pPr>
              <a:t>19</a:t>
            </a:fld>
            <a:endParaRPr lang="en-US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01CC8F9-A482-EA36-D59B-A357050E9B46}"/>
              </a:ext>
            </a:extLst>
          </p:cNvPr>
          <p:cNvGrpSpPr/>
          <p:nvPr/>
        </p:nvGrpSpPr>
        <p:grpSpPr>
          <a:xfrm>
            <a:off x="640079" y="682190"/>
            <a:ext cx="11435081" cy="424163"/>
            <a:chOff x="640078" y="623483"/>
            <a:chExt cx="13044315" cy="42416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93CAD1E-F224-4173-59D0-D1DDBE356E2E}"/>
                </a:ext>
              </a:extLst>
            </p:cNvPr>
            <p:cNvSpPr txBox="1"/>
            <p:nvPr/>
          </p:nvSpPr>
          <p:spPr>
            <a:xfrm>
              <a:off x="715781" y="623483"/>
              <a:ext cx="12968612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00000"/>
                </a:lnSpc>
              </a:pPr>
              <a:r>
                <a:rPr lang="en-US" altLang="ko-KR" sz="2000" b="1" dirty="0"/>
                <a:t>I</a:t>
              </a:r>
              <a:r>
                <a:rPr lang="ko-KR" altLang="ko-KR" sz="2000" b="1" dirty="0" err="1"/>
                <a:t>ndicator</a:t>
              </a:r>
              <a:r>
                <a:rPr lang="ko-KR" altLang="ko-KR" sz="2000" b="1" dirty="0"/>
                <a:t> </a:t>
              </a:r>
              <a:r>
                <a:rPr lang="ko-KR" altLang="ko-KR" sz="2000" b="1" dirty="0" err="1"/>
                <a:t>moves</a:t>
              </a:r>
              <a:r>
                <a:rPr lang="ko-KR" altLang="ko-KR" sz="2000" b="1" dirty="0"/>
                <a:t> </a:t>
              </a:r>
              <a:r>
                <a:rPr lang="ko-KR" altLang="ko-KR" sz="2000" b="1" dirty="0" err="1"/>
                <a:t>in</a:t>
              </a:r>
              <a:r>
                <a:rPr lang="ko-KR" altLang="ko-KR" sz="2000" b="1" dirty="0"/>
                <a:t> </a:t>
              </a:r>
              <a:r>
                <a:rPr lang="ko-KR" altLang="ko-KR" sz="2000" b="1" dirty="0" err="1"/>
                <a:t>opposite</a:t>
              </a:r>
              <a:r>
                <a:rPr lang="ko-KR" altLang="ko-KR" sz="2000" b="1" dirty="0"/>
                <a:t> </a:t>
              </a:r>
              <a:r>
                <a:rPr lang="ko-KR" altLang="ko-KR" sz="2000" b="1" dirty="0" err="1"/>
                <a:t>directions</a:t>
              </a:r>
              <a:r>
                <a:rPr lang="ko-KR" altLang="ko-KR" sz="2000" b="1" dirty="0"/>
                <a:t> </a:t>
              </a:r>
              <a:r>
                <a:rPr lang="ko-KR" altLang="ko-KR" sz="2000" b="1" dirty="0" err="1"/>
                <a:t>depending</a:t>
              </a:r>
              <a:r>
                <a:rPr lang="ko-KR" altLang="ko-KR" sz="2000" b="1" dirty="0"/>
                <a:t> </a:t>
              </a:r>
              <a:r>
                <a:rPr lang="ko-KR" altLang="ko-KR" sz="2000" b="1" dirty="0" err="1"/>
                <a:t>on</a:t>
              </a:r>
              <a:r>
                <a:rPr lang="ko-KR" altLang="ko-KR" sz="2000" b="1" dirty="0"/>
                <a:t> </a:t>
              </a:r>
              <a:r>
                <a:rPr lang="ko-KR" altLang="ko-KR" sz="2000" b="1" dirty="0" err="1"/>
                <a:t>the</a:t>
              </a:r>
              <a:r>
                <a:rPr lang="ko-KR" altLang="ko-KR" sz="2000" b="1" dirty="0"/>
                <a:t> </a:t>
              </a:r>
              <a:r>
                <a:rPr lang="ko-KR" altLang="ko-KR" sz="2000" b="1" dirty="0" err="1"/>
                <a:t>source</a:t>
              </a:r>
              <a:r>
                <a:rPr lang="ko-KR" altLang="ko-KR" sz="2000" b="1" dirty="0"/>
                <a:t> (</a:t>
              </a:r>
              <a:r>
                <a:rPr lang="ko-KR" altLang="ko-KR" sz="2000" b="1" dirty="0" err="1"/>
                <a:t>noise</a:t>
              </a:r>
              <a:r>
                <a:rPr lang="ko-KR" altLang="ko-KR" sz="2000" b="1" dirty="0"/>
                <a:t> </a:t>
              </a:r>
              <a:r>
                <a:rPr lang="ko-KR" altLang="ko-KR" sz="2000" b="1" dirty="0" err="1"/>
                <a:t>vs</a:t>
              </a:r>
              <a:r>
                <a:rPr lang="ko-KR" altLang="ko-KR" sz="2000" b="1" dirty="0"/>
                <a:t>. </a:t>
              </a:r>
              <a:r>
                <a:rPr lang="ko-KR" altLang="ko-KR" sz="2000" b="1" dirty="0" err="1"/>
                <a:t>control</a:t>
              </a:r>
              <a:r>
                <a:rPr lang="ko-KR" altLang="ko-KR" sz="2000" b="1" dirty="0"/>
                <a:t>) </a:t>
              </a:r>
              <a:r>
                <a:rPr lang="ko-KR" altLang="ko-KR" sz="2000" b="1" dirty="0" err="1"/>
                <a:t>setting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65E18CF-8201-D60D-33E2-3929E3D2DEDF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213D7F6-792C-486E-719A-63E448B61CA4}"/>
              </a:ext>
            </a:extLst>
          </p:cNvPr>
          <p:cNvSpPr txBox="1"/>
          <p:nvPr/>
        </p:nvSpPr>
        <p:spPr>
          <a:xfrm>
            <a:off x="640078" y="1997839"/>
            <a:ext cx="11031221" cy="258532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/>
            <a:r>
              <a:rPr lang="ko-KR" altLang="ko-KR" b="1" dirty="0" err="1"/>
              <a:t>Setup</a:t>
            </a:r>
            <a:r>
              <a:rPr lang="ko-KR" altLang="ko-KR" dirty="0"/>
              <a:t> — </a:t>
            </a:r>
            <a:r>
              <a:rPr lang="ko-KR" altLang="ko-KR" dirty="0" err="1"/>
              <a:t>FlowMatching</a:t>
            </a:r>
            <a:r>
              <a:rPr lang="ko-KR" altLang="ko-KR" dirty="0"/>
              <a:t>-</a:t>
            </a:r>
            <a:r>
              <a:rPr lang="ko-KR" altLang="ko-KR" dirty="0" err="1"/>
              <a:t>U</a:t>
            </a:r>
            <a:r>
              <a:rPr lang="ko-KR" altLang="ko-KR" dirty="0"/>
              <a:t>-Net, </a:t>
            </a:r>
            <a:r>
              <a:rPr lang="ko-KR" altLang="ko-KR" b="1" dirty="0" err="1">
                <a:solidFill>
                  <a:srgbClr val="FF0000"/>
                </a:solidFill>
              </a:rPr>
              <a:t>source</a:t>
            </a:r>
            <a:r>
              <a:rPr lang="ko-KR" altLang="ko-KR" b="1" dirty="0">
                <a:solidFill>
                  <a:srgbClr val="FF0000"/>
                </a:solidFill>
              </a:rPr>
              <a:t>=</a:t>
            </a:r>
            <a:r>
              <a:rPr lang="ko-KR" altLang="ko-KR" b="1" dirty="0" err="1">
                <a:solidFill>
                  <a:srgbClr val="FF0000"/>
                </a:solidFill>
              </a:rPr>
              <a:t>noise</a:t>
            </a:r>
            <a:r>
              <a:rPr lang="ko-KR" altLang="ko-KR" b="1" dirty="0">
                <a:solidFill>
                  <a:srgbClr val="FF0000"/>
                </a:solidFill>
              </a:rPr>
              <a:t> </a:t>
            </a:r>
            <a:r>
              <a:rPr lang="ko-KR" altLang="ko-KR" b="1" dirty="0" err="1"/>
              <a:t>vs</a:t>
            </a:r>
            <a:r>
              <a:rPr lang="ko-KR" altLang="ko-KR" b="1" dirty="0"/>
              <a:t> </a:t>
            </a:r>
            <a:r>
              <a:rPr lang="ko-KR" altLang="ko-KR" b="1" dirty="0" err="1">
                <a:solidFill>
                  <a:schemeClr val="accent1"/>
                </a:solidFill>
              </a:rPr>
              <a:t>source</a:t>
            </a:r>
            <a:r>
              <a:rPr lang="ko-KR" altLang="ko-KR" b="1" dirty="0">
                <a:solidFill>
                  <a:schemeClr val="accent1"/>
                </a:solidFill>
              </a:rPr>
              <a:t>=</a:t>
            </a:r>
            <a:r>
              <a:rPr lang="ko-KR" altLang="ko-KR" b="1" dirty="0" err="1">
                <a:solidFill>
                  <a:schemeClr val="accent1"/>
                </a:solidFill>
              </a:rPr>
              <a:t>control</a:t>
            </a:r>
            <a:r>
              <a:rPr lang="ko-KR" altLang="ko-KR" b="1" dirty="0">
                <a:solidFill>
                  <a:schemeClr val="accent1"/>
                </a:solidFill>
              </a:rPr>
              <a:t> </a:t>
            </a:r>
            <a:endParaRPr lang="en-US" altLang="ko-KR" b="1" dirty="0">
              <a:solidFill>
                <a:schemeClr val="accent1"/>
              </a:solidFill>
            </a:endParaRPr>
          </a:p>
          <a:p>
            <a:pPr lvl="0"/>
            <a:r>
              <a:rPr lang="ko-KR" altLang="ko-KR" i="1" dirty="0"/>
              <a:t>(</a:t>
            </a:r>
            <a:r>
              <a:rPr lang="ko-KR" altLang="ko-KR" i="1" dirty="0" err="1"/>
              <a:t>early</a:t>
            </a:r>
            <a:r>
              <a:rPr lang="ko-KR" altLang="ko-KR" i="1" dirty="0"/>
              <a:t> </a:t>
            </a:r>
            <a:r>
              <a:rPr lang="ko-KR" altLang="ko-KR" i="1" dirty="0" err="1"/>
              <a:t>dev</a:t>
            </a:r>
            <a:r>
              <a:rPr lang="ko-KR" altLang="ko-KR" i="1" dirty="0"/>
              <a:t> </a:t>
            </a:r>
            <a:r>
              <a:rPr lang="ko-KR" altLang="ko-KR" i="1" dirty="0" err="1"/>
              <a:t>logs</a:t>
            </a:r>
            <a:r>
              <a:rPr lang="ko-KR" altLang="ko-KR" i="1" dirty="0"/>
              <a:t>, </a:t>
            </a:r>
            <a:r>
              <a:rPr lang="ko-KR" altLang="ko-KR" i="1" dirty="0" err="1"/>
              <a:t>not</a:t>
            </a:r>
            <a:r>
              <a:rPr lang="ko-KR" altLang="ko-KR" i="1" dirty="0"/>
              <a:t> </a:t>
            </a:r>
            <a:r>
              <a:rPr lang="ko-KR" altLang="ko-KR" i="1" dirty="0" err="1"/>
              <a:t>the</a:t>
            </a:r>
            <a:r>
              <a:rPr lang="ko-KR" altLang="ko-KR" i="1" dirty="0"/>
              <a:t> </a:t>
            </a:r>
            <a:r>
              <a:rPr lang="ko-KR" altLang="ko-KR" i="1" dirty="0" err="1"/>
              <a:t>final</a:t>
            </a:r>
            <a:r>
              <a:rPr lang="ko-KR" altLang="ko-KR" i="1" dirty="0"/>
              <a:t> </a:t>
            </a:r>
            <a:r>
              <a:rPr lang="ko-KR" altLang="ko-KR" i="1" dirty="0" err="1"/>
              <a:t>benchmark</a:t>
            </a:r>
            <a:r>
              <a:rPr lang="ko-KR" altLang="ko-KR" i="1" dirty="0"/>
              <a:t>)</a:t>
            </a:r>
            <a:endParaRPr lang="en-US" altLang="ko-KR" i="1" dirty="0"/>
          </a:p>
          <a:p>
            <a:pPr lvl="0"/>
            <a:endParaRPr lang="ko-KR" altLang="ko-KR" dirty="0"/>
          </a:p>
          <a:p>
            <a:pPr lvl="0"/>
            <a:r>
              <a:rPr lang="ko-KR" altLang="ko-KR" b="1" dirty="0" err="1">
                <a:solidFill>
                  <a:srgbClr val="FF0000"/>
                </a:solidFill>
              </a:rPr>
              <a:t>source</a:t>
            </a:r>
            <a:r>
              <a:rPr lang="ko-KR" altLang="ko-KR" b="1" dirty="0">
                <a:solidFill>
                  <a:srgbClr val="FF0000"/>
                </a:solidFill>
              </a:rPr>
              <a:t>=</a:t>
            </a:r>
            <a:r>
              <a:rPr lang="ko-KR" altLang="ko-KR" b="1" dirty="0" err="1">
                <a:solidFill>
                  <a:srgbClr val="FF0000"/>
                </a:solidFill>
              </a:rPr>
              <a:t>noise</a:t>
            </a:r>
            <a:r>
              <a:rPr lang="ko-KR" altLang="ko-KR" dirty="0">
                <a:solidFill>
                  <a:srgbClr val="FF0000"/>
                </a:solidFill>
              </a:rPr>
              <a:t> — RMSE 0.545 / MMD_PCA 16.3</a:t>
            </a:r>
            <a:endParaRPr lang="en-US" altLang="ko-KR" dirty="0">
              <a:solidFill>
                <a:srgbClr val="FF0000"/>
              </a:solidFill>
            </a:endParaRPr>
          </a:p>
          <a:p>
            <a:pPr lvl="0"/>
            <a:endParaRPr lang="ko-KR" altLang="ko-KR" dirty="0"/>
          </a:p>
          <a:p>
            <a:pPr lvl="0"/>
            <a:r>
              <a:rPr lang="ko-KR" altLang="ko-KR" b="1" dirty="0" err="1">
                <a:solidFill>
                  <a:srgbClr val="0070C0"/>
                </a:solidFill>
              </a:rPr>
              <a:t>source</a:t>
            </a:r>
            <a:r>
              <a:rPr lang="ko-KR" altLang="ko-KR" b="1" dirty="0">
                <a:solidFill>
                  <a:srgbClr val="0070C0"/>
                </a:solidFill>
              </a:rPr>
              <a:t>=</a:t>
            </a:r>
            <a:r>
              <a:rPr lang="ko-KR" altLang="ko-KR" b="1" dirty="0" err="1">
                <a:solidFill>
                  <a:srgbClr val="0070C0"/>
                </a:solidFill>
              </a:rPr>
              <a:t>control</a:t>
            </a:r>
            <a:r>
              <a:rPr lang="ko-KR" altLang="ko-KR" dirty="0">
                <a:solidFill>
                  <a:srgbClr val="0070C0"/>
                </a:solidFill>
              </a:rPr>
              <a:t> — RMSE </a:t>
            </a:r>
            <a:r>
              <a:rPr lang="ko-KR" altLang="ko-KR" dirty="0" err="1">
                <a:solidFill>
                  <a:srgbClr val="0070C0"/>
                </a:solidFill>
              </a:rPr>
              <a:t>improves</a:t>
            </a:r>
            <a:r>
              <a:rPr lang="ko-KR" altLang="ko-KR" dirty="0">
                <a:solidFill>
                  <a:srgbClr val="0070C0"/>
                </a:solidFill>
              </a:rPr>
              <a:t> </a:t>
            </a:r>
            <a:r>
              <a:rPr lang="ko-KR" altLang="ko-KR" dirty="0" err="1">
                <a:solidFill>
                  <a:srgbClr val="0070C0"/>
                </a:solidFill>
              </a:rPr>
              <a:t>to</a:t>
            </a:r>
            <a:r>
              <a:rPr lang="ko-KR" altLang="ko-KR" dirty="0">
                <a:solidFill>
                  <a:srgbClr val="0070C0"/>
                </a:solidFill>
              </a:rPr>
              <a:t> 0.112, </a:t>
            </a:r>
            <a:r>
              <a:rPr lang="ko-KR" altLang="ko-KR" dirty="0" err="1">
                <a:solidFill>
                  <a:srgbClr val="0070C0"/>
                </a:solidFill>
              </a:rPr>
              <a:t>but</a:t>
            </a:r>
            <a:r>
              <a:rPr lang="ko-KR" altLang="ko-KR" dirty="0">
                <a:solidFill>
                  <a:srgbClr val="0070C0"/>
                </a:solidFill>
              </a:rPr>
              <a:t> R² </a:t>
            </a:r>
            <a:r>
              <a:rPr lang="ko-KR" altLang="ko-KR" dirty="0" err="1">
                <a:solidFill>
                  <a:srgbClr val="0070C0"/>
                </a:solidFill>
              </a:rPr>
              <a:t>collapses</a:t>
            </a:r>
            <a:r>
              <a:rPr lang="ko-KR" altLang="ko-KR" dirty="0">
                <a:solidFill>
                  <a:srgbClr val="0070C0"/>
                </a:solidFill>
              </a:rPr>
              <a:t> </a:t>
            </a:r>
            <a:r>
              <a:rPr lang="ko-KR" altLang="ko-KR" dirty="0" err="1">
                <a:solidFill>
                  <a:srgbClr val="0070C0"/>
                </a:solidFill>
              </a:rPr>
              <a:t>to</a:t>
            </a:r>
            <a:r>
              <a:rPr lang="ko-KR" altLang="ko-KR" dirty="0">
                <a:solidFill>
                  <a:srgbClr val="0070C0"/>
                </a:solidFill>
              </a:rPr>
              <a:t> </a:t>
            </a:r>
            <a:r>
              <a:rPr lang="ko-KR" altLang="ko-KR" b="1" dirty="0">
                <a:solidFill>
                  <a:srgbClr val="0070C0"/>
                </a:solidFill>
              </a:rPr>
              <a:t>−0.999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0"/>
            <a:endParaRPr lang="ko-KR" altLang="ko-KR" dirty="0"/>
          </a:p>
          <a:p>
            <a:pPr lvl="0"/>
            <a:r>
              <a:rPr lang="ko-KR" altLang="ko-KR" b="1" dirty="0" err="1"/>
              <a:t>Takeaway</a:t>
            </a:r>
            <a:r>
              <a:rPr lang="ko-KR" altLang="ko-KR" dirty="0"/>
              <a:t> — </a:t>
            </a:r>
            <a:r>
              <a:rPr lang="ko-KR" altLang="ko-KR" dirty="0" err="1"/>
              <a:t>No</a:t>
            </a:r>
            <a:r>
              <a:rPr lang="ko-KR" altLang="ko-KR" dirty="0"/>
              <a:t> </a:t>
            </a:r>
            <a:r>
              <a:rPr lang="ko-KR" altLang="ko-KR" dirty="0" err="1"/>
              <a:t>clear</a:t>
            </a:r>
            <a:r>
              <a:rPr lang="ko-KR" altLang="ko-KR" dirty="0"/>
              <a:t> </a:t>
            </a:r>
            <a:r>
              <a:rPr lang="ko-KR" altLang="ko-KR" dirty="0" err="1"/>
              <a:t>winner</a:t>
            </a:r>
            <a:r>
              <a:rPr lang="ko-KR" altLang="ko-KR" dirty="0"/>
              <a:t>; </a:t>
            </a:r>
            <a:r>
              <a:rPr lang="ko-KR" altLang="ko-KR" dirty="0" err="1"/>
              <a:t>metrics</a:t>
            </a:r>
            <a:r>
              <a:rPr lang="ko-KR" altLang="ko-KR" dirty="0"/>
              <a:t> </a:t>
            </a:r>
            <a:r>
              <a:rPr lang="ko-KR" altLang="ko-KR" dirty="0" err="1"/>
              <a:t>move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opposite</a:t>
            </a:r>
            <a:r>
              <a:rPr lang="ko-KR" altLang="ko-KR" dirty="0"/>
              <a:t> </a:t>
            </a:r>
            <a:r>
              <a:rPr lang="ko-KR" altLang="ko-KR" dirty="0" err="1"/>
              <a:t>directions</a:t>
            </a:r>
            <a:r>
              <a:rPr lang="ko-KR" altLang="ko-KR" dirty="0"/>
              <a:t> — </a:t>
            </a:r>
            <a:r>
              <a:rPr lang="ko-KR" altLang="ko-KR" dirty="0" err="1"/>
              <a:t>still</a:t>
            </a:r>
            <a:r>
              <a:rPr lang="ko-KR" altLang="ko-KR" dirty="0"/>
              <a:t> </a:t>
            </a:r>
            <a:r>
              <a:rPr lang="ko-KR" altLang="ko-KR" dirty="0" err="1"/>
              <a:t>not</a:t>
            </a:r>
            <a:r>
              <a:rPr lang="ko-KR" altLang="ko-KR" dirty="0"/>
              <a:t> </a:t>
            </a:r>
            <a:r>
              <a:rPr lang="ko-KR" altLang="ko-KR" dirty="0" err="1"/>
              <a:t>fully</a:t>
            </a:r>
            <a:r>
              <a:rPr lang="ko-KR" altLang="ko-KR" dirty="0"/>
              <a:t> </a:t>
            </a:r>
            <a:r>
              <a:rPr lang="ko-KR" altLang="ko-KR" dirty="0" err="1"/>
              <a:t>understood</a:t>
            </a:r>
            <a:endParaRPr lang="ko-KR" altLang="ko-KR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1354476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E6951-322E-FF81-57B7-CD44BE2F9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DE2FCF69-2192-8256-9BED-F90E0C4F4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ko-KR" altLang="ko-KR" dirty="0" err="1"/>
              <a:t>Limit</a:t>
            </a:r>
            <a:r>
              <a:rPr lang="ko-KR" altLang="ko-KR" dirty="0"/>
              <a:t> and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next</a:t>
            </a:r>
            <a:r>
              <a:rPr lang="ko-KR" altLang="ko-KR" dirty="0"/>
              <a:t> </a:t>
            </a:r>
            <a:r>
              <a:rPr lang="ko-KR" altLang="ko-KR" dirty="0" err="1"/>
              <a:t>step</a:t>
            </a:r>
            <a:endParaRPr lang="ko-KR" altLang="en-US" dirty="0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1E6D6657-075E-4380-9C78-BFFD9D07C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pPr lvl="0">
                <a:spcAft>
                  <a:spcPts val="600"/>
                </a:spcAft>
                <a:defRPr/>
              </a:pPr>
              <a:t>20</a:t>
            </a:fld>
            <a:endParaRPr lang="en-US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7DD158B-6394-C9BD-18CE-14D46B7061E8}"/>
              </a:ext>
            </a:extLst>
          </p:cNvPr>
          <p:cNvGrpSpPr/>
          <p:nvPr/>
        </p:nvGrpSpPr>
        <p:grpSpPr>
          <a:xfrm>
            <a:off x="640079" y="682190"/>
            <a:ext cx="11435081" cy="424163"/>
            <a:chOff x="640078" y="623483"/>
            <a:chExt cx="13044315" cy="42416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E9F2D61-1491-753C-982C-B904B43D2D0C}"/>
                </a:ext>
              </a:extLst>
            </p:cNvPr>
            <p:cNvSpPr txBox="1"/>
            <p:nvPr/>
          </p:nvSpPr>
          <p:spPr>
            <a:xfrm>
              <a:off x="715781" y="623483"/>
              <a:ext cx="12968612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0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Next step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5250B09-2DD3-65C2-AE0E-1E9875BC5195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C5F1FFE-583F-DF97-B57B-D5F43F11206A}"/>
              </a:ext>
            </a:extLst>
          </p:cNvPr>
          <p:cNvSpPr txBox="1"/>
          <p:nvPr/>
        </p:nvSpPr>
        <p:spPr>
          <a:xfrm>
            <a:off x="734755" y="1651495"/>
            <a:ext cx="8087360" cy="45243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ko-KR" b="1" dirty="0"/>
              <a:t>1</a:t>
            </a:r>
            <a:r>
              <a:rPr lang="en-US" altLang="ko-KR" b="1" dirty="0"/>
              <a:t>. </a:t>
            </a:r>
            <a:r>
              <a:rPr lang="ko-KR" altLang="ko-KR" b="1" dirty="0" err="1"/>
              <a:t> Add the paper's input encoding — sinusoidal Enc(x_t) + learnable gene embedding Emb(G) (Eq. 3) — instead of the raw-scalar Conv1d lift</a:t>
            </a:r>
            <a:endParaRPr lang="ko-KR" altLang="ko-KR" dirty="0"/>
          </a:p>
          <a:p>
            <a:br>
              <a:rPr lang="ko-KR" altLang="ko-KR" dirty="0"/>
            </a:br>
            <a:endParaRPr lang="ko-KR" altLang="ko-KR" dirty="0"/>
          </a:p>
          <a:p>
            <a:r>
              <a:rPr lang="ko-KR" altLang="ko-KR" b="1" dirty="0"/>
              <a:t>2</a:t>
            </a:r>
            <a:r>
              <a:rPr lang="en-US" altLang="ko-KR" b="1" dirty="0"/>
              <a:t>. </a:t>
            </a:r>
            <a:r>
              <a:rPr lang="ko-KR" altLang="ko-KR" b="1" dirty="0" err="1"/>
              <a:t>source→reorganize</a:t>
            </a:r>
            <a:r>
              <a:rPr lang="ko-KR" altLang="ko-KR" b="1" dirty="0"/>
              <a:t> </a:t>
            </a:r>
            <a:r>
              <a:rPr lang="ko-KR" altLang="ko-KR" b="1" dirty="0" err="1"/>
              <a:t>noise</a:t>
            </a:r>
            <a:r>
              <a:rPr lang="ko-KR" altLang="ko-KR" b="1" dirty="0"/>
              <a:t>/</a:t>
            </a:r>
            <a:r>
              <a:rPr lang="ko-KR" altLang="ko-KR" b="1" dirty="0" err="1"/>
              <a:t>control</a:t>
            </a:r>
            <a:r>
              <a:rPr lang="ko-KR" altLang="ko-KR" b="1" dirty="0"/>
              <a:t> </a:t>
            </a:r>
            <a:r>
              <a:rPr lang="ko-KR" altLang="ko-KR" b="1" dirty="0" err="1"/>
              <a:t>into</a:t>
            </a:r>
            <a:r>
              <a:rPr lang="ko-KR" altLang="ko-KR" b="1" dirty="0"/>
              <a:t> </a:t>
            </a:r>
            <a:r>
              <a:rPr lang="ko-KR" altLang="ko-KR" b="1" dirty="0" err="1"/>
              <a:t>a</a:t>
            </a:r>
            <a:r>
              <a:rPr lang="ko-KR" altLang="ko-KR" b="1" dirty="0"/>
              <a:t> </a:t>
            </a:r>
            <a:r>
              <a:rPr lang="ko-KR" altLang="ko-KR" b="1" dirty="0" err="1"/>
              <a:t>proper</a:t>
            </a:r>
            <a:r>
              <a:rPr lang="ko-KR" altLang="ko-KR" b="1" dirty="0"/>
              <a:t> </a:t>
            </a:r>
            <a:r>
              <a:rPr lang="ko-KR" altLang="ko-KR" b="1" dirty="0" err="1"/>
              <a:t>ablation</a:t>
            </a:r>
            <a:r>
              <a:rPr lang="ko-KR" altLang="ko-KR" dirty="0"/>
              <a:t> (</a:t>
            </a:r>
            <a:r>
              <a:rPr lang="ko-KR" altLang="ko-KR" dirty="0" err="1"/>
              <a:t>currently</a:t>
            </a:r>
            <a:r>
              <a:rPr lang="ko-KR" altLang="ko-KR" dirty="0"/>
              <a:t> </a:t>
            </a:r>
            <a:r>
              <a:rPr lang="ko-KR" altLang="ko-KR" dirty="0" err="1"/>
              <a:t>only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development</a:t>
            </a:r>
            <a:r>
              <a:rPr lang="ko-KR" altLang="ko-KR" dirty="0"/>
              <a:t> </a:t>
            </a:r>
            <a:r>
              <a:rPr lang="ko-KR" altLang="ko-KR" dirty="0" err="1"/>
              <a:t>logs</a:t>
            </a:r>
            <a:r>
              <a:rPr lang="ko-KR" altLang="ko-KR" dirty="0"/>
              <a:t> </a:t>
            </a:r>
            <a:r>
              <a:rPr lang="ko-KR" altLang="ko-KR" dirty="0" err="1"/>
              <a:t>remains</a:t>
            </a:r>
            <a:r>
              <a:rPr lang="ko-KR" altLang="ko-KR" dirty="0"/>
              <a:t>)</a:t>
            </a:r>
          </a:p>
          <a:p>
            <a:br>
              <a:rPr lang="ko-KR" altLang="ko-KR" dirty="0"/>
            </a:br>
            <a:endParaRPr lang="ko-KR" altLang="ko-KR" dirty="0"/>
          </a:p>
          <a:p>
            <a:r>
              <a:rPr lang="ko-KR" altLang="ko-KR" b="1" dirty="0"/>
              <a:t>3</a:t>
            </a:r>
            <a:r>
              <a:rPr lang="en-US" altLang="ko-KR" b="1" dirty="0"/>
              <a:t>. </a:t>
            </a:r>
            <a:r>
              <a:rPr lang="ko-KR" altLang="ko-KR" b="1" dirty="0"/>
              <a:t>MMD_PCA </a:t>
            </a:r>
            <a:r>
              <a:rPr lang="ko-KR" altLang="ko-KR" b="1" dirty="0" err="1"/>
              <a:t>Extract</a:t>
            </a:r>
            <a:r>
              <a:rPr lang="ko-KR" altLang="ko-KR" b="1" dirty="0"/>
              <a:t> </a:t>
            </a:r>
            <a:r>
              <a:rPr lang="ko-KR" altLang="ko-KR" b="1" dirty="0" err="1"/>
              <a:t>the</a:t>
            </a:r>
            <a:r>
              <a:rPr lang="ko-KR" altLang="ko-KR" b="1" dirty="0"/>
              <a:t> </a:t>
            </a:r>
            <a:r>
              <a:rPr lang="ko-KR" altLang="ko-KR" b="1" dirty="0" err="1"/>
              <a:t>outliers</a:t>
            </a:r>
            <a:r>
              <a:rPr lang="ko-KR" altLang="ko-KR" b="1" dirty="0"/>
              <a:t> </a:t>
            </a:r>
            <a:r>
              <a:rPr lang="ko-KR" altLang="ko-KR" b="1" dirty="0" err="1"/>
              <a:t>at</a:t>
            </a:r>
            <a:r>
              <a:rPr lang="ko-KR" altLang="ko-KR" b="1" dirty="0"/>
              <a:t> </a:t>
            </a:r>
            <a:r>
              <a:rPr lang="ko-KR" altLang="ko-KR" b="1" dirty="0" err="1"/>
              <a:t>the</a:t>
            </a:r>
            <a:r>
              <a:rPr lang="ko-KR" altLang="ko-KR" b="1" dirty="0"/>
              <a:t> </a:t>
            </a:r>
            <a:r>
              <a:rPr lang="ko-KR" altLang="ko-KR" b="1" dirty="0" err="1"/>
              <a:t>sample</a:t>
            </a:r>
            <a:r>
              <a:rPr lang="ko-KR" altLang="ko-KR" b="1" dirty="0"/>
              <a:t> </a:t>
            </a:r>
            <a:r>
              <a:rPr lang="ko-KR" altLang="ko-KR" b="1" dirty="0" err="1"/>
              <a:t>level</a:t>
            </a:r>
            <a:r>
              <a:rPr lang="ko-KR" altLang="ko-KR" b="1" dirty="0"/>
              <a:t>, </a:t>
            </a:r>
            <a:r>
              <a:rPr lang="ko-KR" altLang="ko-KR" b="1" dirty="0" err="1"/>
              <a:t>overlap</a:t>
            </a:r>
            <a:r>
              <a:rPr lang="ko-KR" altLang="ko-KR" b="1" dirty="0"/>
              <a:t> </a:t>
            </a:r>
            <a:r>
              <a:rPr lang="ko-KR" altLang="ko-KR" b="1" dirty="0" err="1"/>
              <a:t>the</a:t>
            </a:r>
            <a:r>
              <a:rPr lang="ko-KR" altLang="ko-KR" b="1" dirty="0"/>
              <a:t> </a:t>
            </a:r>
            <a:r>
              <a:rPr lang="ko-KR" altLang="ko-KR" b="1" dirty="0" err="1"/>
              <a:t>predicted</a:t>
            </a:r>
            <a:r>
              <a:rPr lang="ko-KR" altLang="ko-KR" b="1" dirty="0"/>
              <a:t> </a:t>
            </a:r>
            <a:r>
              <a:rPr lang="ko-KR" altLang="ko-KR" b="1" dirty="0" err="1"/>
              <a:t>distributions</a:t>
            </a:r>
            <a:r>
              <a:rPr lang="ko-KR" altLang="ko-KR" b="1" dirty="0"/>
              <a:t> </a:t>
            </a:r>
            <a:r>
              <a:rPr lang="ko-KR" altLang="ko-KR" b="1" dirty="0" err="1"/>
              <a:t>in</a:t>
            </a:r>
            <a:r>
              <a:rPr lang="ko-KR" altLang="ko-KR" b="1" dirty="0"/>
              <a:t> PCA </a:t>
            </a:r>
            <a:r>
              <a:rPr lang="ko-KR" altLang="ko-KR" b="1" dirty="0" err="1"/>
              <a:t>space</a:t>
            </a:r>
            <a:r>
              <a:rPr lang="ko-KR" altLang="ko-KR" b="1" dirty="0"/>
              <a:t> </a:t>
            </a:r>
            <a:r>
              <a:rPr lang="ko-KR" altLang="ko-KR" b="1" dirty="0" err="1"/>
              <a:t>with</a:t>
            </a:r>
            <a:r>
              <a:rPr lang="ko-KR" altLang="ko-KR" b="1" dirty="0"/>
              <a:t> </a:t>
            </a:r>
            <a:r>
              <a:rPr lang="ko-KR" altLang="ko-KR" b="1" dirty="0" err="1"/>
              <a:t>the</a:t>
            </a:r>
            <a:r>
              <a:rPr lang="ko-KR" altLang="ko-KR" b="1" dirty="0"/>
              <a:t> </a:t>
            </a:r>
            <a:r>
              <a:rPr lang="ko-KR" altLang="ko-KR" b="1" dirty="0" err="1"/>
              <a:t>actual</a:t>
            </a:r>
            <a:r>
              <a:rPr lang="ko-KR" altLang="ko-KR" b="1" dirty="0"/>
              <a:t> </a:t>
            </a:r>
            <a:r>
              <a:rPr lang="ko-KR" altLang="ko-KR" b="1" dirty="0" err="1"/>
              <a:t>distributions</a:t>
            </a:r>
            <a:r>
              <a:rPr lang="ko-KR" altLang="ko-KR" b="1" dirty="0"/>
              <a:t>, and </a:t>
            </a:r>
            <a:r>
              <a:rPr lang="ko-KR" altLang="ko-KR" b="1" dirty="0" err="1"/>
              <a:t>visualize</a:t>
            </a:r>
            <a:r>
              <a:rPr lang="ko-KR" altLang="ko-KR" b="1" dirty="0"/>
              <a:t> </a:t>
            </a:r>
            <a:r>
              <a:rPr lang="ko-KR" altLang="ko-KR" b="1" dirty="0" err="1"/>
              <a:t>them</a:t>
            </a:r>
            <a:endParaRPr lang="ko-KR" altLang="ko-KR" b="1" dirty="0"/>
          </a:p>
          <a:p>
            <a:br>
              <a:rPr lang="ko-KR" altLang="ko-KR" dirty="0"/>
            </a:br>
            <a:endParaRPr lang="ko-KR" altLang="ko-KR" dirty="0"/>
          </a:p>
          <a:p>
            <a:r>
              <a:rPr lang="ko-KR" altLang="ko-KR" b="1" dirty="0"/>
              <a:t>4</a:t>
            </a:r>
            <a:r>
              <a:rPr lang="en-US" altLang="ko-KR" b="1" dirty="0"/>
              <a:t>. </a:t>
            </a:r>
            <a:r>
              <a:rPr lang="ko-KR" altLang="ko-KR" b="1" dirty="0" err="1"/>
              <a:t>Sweep</a:t>
            </a:r>
            <a:r>
              <a:rPr lang="ko-KR" altLang="ko-KR" b="1" dirty="0"/>
              <a:t> </a:t>
            </a:r>
            <a:r>
              <a:rPr lang="en-US" altLang="ko-KR" b="1" dirty="0"/>
              <a:t>CFG</a:t>
            </a:r>
            <a:r>
              <a:rPr lang="ko-KR" altLang="ko-KR" b="1" dirty="0"/>
              <a:t>_</a:t>
            </a:r>
            <a:r>
              <a:rPr lang="ko-KR" altLang="ko-KR" b="1" dirty="0" err="1"/>
              <a:t>weight</a:t>
            </a:r>
            <a:r>
              <a:rPr lang="ko-KR" altLang="ko-KR" b="1" dirty="0"/>
              <a:t> </a:t>
            </a:r>
            <a:r>
              <a:rPr lang="ko-KR" altLang="ko-KR" b="1" dirty="0" err="1"/>
              <a:t>from</a:t>
            </a:r>
            <a:r>
              <a:rPr lang="ko-KR" altLang="ko-KR" b="1" dirty="0"/>
              <a:t> </a:t>
            </a:r>
            <a:r>
              <a:rPr lang="ko-KR" altLang="ko-KR" b="1" dirty="0" err="1"/>
              <a:t>less</a:t>
            </a:r>
            <a:r>
              <a:rPr lang="ko-KR" altLang="ko-KR" b="1" dirty="0"/>
              <a:t> </a:t>
            </a:r>
            <a:r>
              <a:rPr lang="ko-KR" altLang="ko-KR" b="1" dirty="0" err="1"/>
              <a:t>than</a:t>
            </a:r>
            <a:r>
              <a:rPr lang="ko-KR" altLang="ko-KR" b="1" dirty="0"/>
              <a:t> 1 </a:t>
            </a:r>
            <a:r>
              <a:rPr lang="ko-KR" altLang="ko-KR" b="1" dirty="0" err="1"/>
              <a:t>to</a:t>
            </a:r>
            <a:r>
              <a:rPr lang="ko-KR" altLang="ko-KR" b="1" dirty="0"/>
              <a:t> </a:t>
            </a:r>
            <a:r>
              <a:rPr lang="ko-KR" altLang="ko-KR" b="1" dirty="0" err="1"/>
              <a:t>a</a:t>
            </a:r>
            <a:r>
              <a:rPr lang="ko-KR" altLang="ko-KR" b="1" dirty="0"/>
              <a:t> </a:t>
            </a:r>
            <a:r>
              <a:rPr lang="ko-KR" altLang="ko-KR" b="1" dirty="0" err="1"/>
              <a:t>wider</a:t>
            </a:r>
            <a:r>
              <a:rPr lang="ko-KR" altLang="ko-KR" b="1" dirty="0"/>
              <a:t> </a:t>
            </a:r>
            <a:r>
              <a:rPr lang="ko-KR" altLang="ko-KR" b="1" dirty="0" err="1"/>
              <a:t>range</a:t>
            </a:r>
            <a:r>
              <a:rPr lang="ko-KR" altLang="ko-KR" dirty="0"/>
              <a:t> (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current</a:t>
            </a:r>
            <a:r>
              <a:rPr lang="ko-KR" altLang="ko-KR" dirty="0"/>
              <a:t> </a:t>
            </a:r>
            <a:r>
              <a:rPr lang="ko-KR" altLang="ko-KR" dirty="0" err="1"/>
              <a:t>sweep</a:t>
            </a:r>
            <a:r>
              <a:rPr lang="ko-KR" altLang="ko-KR" dirty="0"/>
              <a:t> </a:t>
            </a:r>
            <a:r>
              <a:rPr lang="ko-KR" altLang="ko-KR" dirty="0" err="1"/>
              <a:t>width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narrow</a:t>
            </a:r>
            <a:r>
              <a:rPr lang="ko-KR" altLang="ko-KR" dirty="0"/>
              <a:t>, </a:t>
            </a:r>
            <a:r>
              <a:rPr lang="ko-KR" altLang="ko-KR" dirty="0" err="1"/>
              <a:t>so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guidance</a:t>
            </a:r>
            <a:r>
              <a:rPr lang="ko-KR" altLang="ko-KR" dirty="0"/>
              <a:t> </a:t>
            </a:r>
            <a:r>
              <a:rPr lang="ko-KR" altLang="ko-KR" dirty="0" err="1"/>
              <a:t>effect</a:t>
            </a:r>
            <a:r>
              <a:rPr lang="ko-KR" altLang="ko-KR" dirty="0"/>
              <a:t> </a:t>
            </a:r>
            <a:r>
              <a:rPr lang="ko-KR" altLang="ko-KR" dirty="0" err="1"/>
              <a:t>may</a:t>
            </a:r>
            <a:r>
              <a:rPr lang="ko-KR" altLang="ko-KR" dirty="0"/>
              <a:t> </a:t>
            </a:r>
            <a:r>
              <a:rPr lang="ko-KR" altLang="ko-KR" dirty="0" err="1"/>
              <a:t>not</a:t>
            </a:r>
            <a:r>
              <a:rPr lang="ko-KR" altLang="ko-KR" dirty="0"/>
              <a:t> </a:t>
            </a:r>
            <a:r>
              <a:rPr lang="ko-KR" altLang="ko-KR" dirty="0" err="1"/>
              <a:t>have</a:t>
            </a:r>
            <a:r>
              <a:rPr lang="ko-KR" altLang="ko-KR" dirty="0"/>
              <a:t> </a:t>
            </a:r>
            <a:r>
              <a:rPr lang="ko-KR" altLang="ko-KR" dirty="0" err="1"/>
              <a:t>been</a:t>
            </a:r>
            <a:r>
              <a:rPr lang="ko-KR" altLang="ko-KR" dirty="0"/>
              <a:t> </a:t>
            </a:r>
            <a:r>
              <a:rPr lang="ko-KR" altLang="ko-KR" dirty="0" err="1"/>
              <a:t>visible</a:t>
            </a:r>
            <a:r>
              <a:rPr lang="ko-KR" altLang="ko-KR" dirty="0"/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358597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7591</TotalTime>
  <Words>2626</Words>
  <Application>Microsoft Office PowerPoint</Application>
  <PresentationFormat>와이드스크린</PresentationFormat>
  <Paragraphs>225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맑은 고딕</vt:lpstr>
      <vt:lpstr>Arial</vt:lpstr>
      <vt:lpstr>Cambria Math</vt:lpstr>
      <vt:lpstr>IBM Plex Mono</vt:lpstr>
      <vt:lpstr>IBM Plex Sans</vt:lpstr>
      <vt:lpstr>Wingdings</vt:lpstr>
      <vt:lpstr>Office 테마</vt:lpstr>
      <vt:lpstr>PRiMeFlow Code implementation </vt:lpstr>
      <vt:lpstr>Author</vt:lpstr>
      <vt:lpstr>Introduction</vt:lpstr>
      <vt:lpstr>Introduction</vt:lpstr>
      <vt:lpstr>Implementation scope</vt:lpstr>
      <vt:lpstr>Implementation scope</vt:lpstr>
      <vt:lpstr>Implementation goals &amp; environment</vt:lpstr>
      <vt:lpstr>Implementation goals &amp; environment</vt:lpstr>
      <vt:lpstr>Implementation process</vt:lpstr>
      <vt:lpstr>Implementation process</vt:lpstr>
      <vt:lpstr>Implementation process</vt:lpstr>
      <vt:lpstr>Implementation process</vt:lpstr>
      <vt:lpstr>Implementation process</vt:lpstr>
      <vt:lpstr>Implementation process</vt:lpstr>
      <vt:lpstr>Result</vt:lpstr>
      <vt:lpstr>Result</vt:lpstr>
      <vt:lpstr>Result</vt:lpstr>
      <vt:lpstr>Limit and the next step</vt:lpstr>
      <vt:lpstr>Limit and the next step</vt:lpstr>
      <vt:lpstr>Limit and the next step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/>
  <cp:lastModifiedBy>태현 고</cp:lastModifiedBy>
  <cp:revision>31</cp:revision>
  <cp:lastPrinted>2025-09-22T09:58:03Z</cp:lastPrinted>
  <dcterms:created xsi:type="dcterms:W3CDTF">2024-11-25T04:45:17Z</dcterms:created>
  <dcterms:modified xsi:type="dcterms:W3CDTF">2026-08-30T10:44:04Z</dcterms:modified>
  <cp:category/>
</cp:coreProperties>
</file>
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902" r:id="rId2"/>
    <p:sldId id="931" r:id="rId3"/>
    <p:sldId id="932" r:id="rId4"/>
    <p:sldId id="933" r:id="rId5"/>
    <p:sldId id="934" r:id="rId6"/>
    <p:sldId id="935" r:id="rId7"/>
    <p:sldId id="936" r:id="rId8"/>
    <p:sldId id="937" r:id="rId9"/>
    <p:sldId id="938" r:id="rId10"/>
    <p:sldId id="941" r:id="rId11"/>
  </p:sldIdLst>
  <p:sldSz cx="12192000" cy="6858000"/>
  <p:notesSz cx="6797675" cy="9928225"/>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8CBAD"/>
    <a:srgbClr val="ECF4FB"/>
    <a:srgbClr val="2804DA"/>
    <a:srgbClr val="FFFFFF"/>
    <a:srgbClr val="C49500"/>
    <a:srgbClr val="006C31"/>
    <a:srgbClr val="FFFDD0"/>
    <a:srgbClr val="FDF0E6"/>
    <a:srgbClr val="DB0D0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 uri="ACF4677E-8BD2-47ae-8A1F-98590045965D">
      <hp:hncThemeShow xmlns="" xmlns:c="http://schemas.openxmlformats.org/drawingml/2006/chart" xmlns:dgm="http://schemas.openxmlformats.org/drawingml/2006/diagram" xmlns:dsp="http://schemas.microsoft.com/office/drawing/2008/diagram" xmlns:hp="http://schemas.haansoft.com/office/presentation/8.0" themeShowType="1" themeSkinType="1" themeTransitionType="1" useThemeTransition="1" byMouseClick="1" attrType="1" dur="200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CEF32B-05A6-4A76-92B7-F2BE7E6A572E}" v="29" dt="2026-10-14T18:05:27.148"/>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밝은 스타일 1 - 강조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밝은 스타일 3 - 강조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12C8C85-51F0-491E-9774-3900AFEF0FD7}" styleName="밝은 스타일 2 - 강조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37" autoAdjust="0"/>
    <p:restoredTop sz="96242" autoAdjust="0"/>
  </p:normalViewPr>
  <p:slideViewPr>
    <p:cSldViewPr snapToGrid="0">
      <p:cViewPr varScale="1">
        <p:scale>
          <a:sx n="110" d="100"/>
          <a:sy n="110" d="100"/>
        </p:scale>
        <p:origin x="606" y="120"/>
      </p:cViewPr>
      <p:guideLst>
        <p:guide orient="horz" pos="2160"/>
        <p:guide pos="3840"/>
      </p:guideLst>
    </p:cSldViewPr>
  </p:slideViewPr>
  <p:notesTextViewPr>
    <p:cViewPr>
      <p:scale>
        <a:sx n="130" d="100"/>
        <a:sy n="130" d="100"/>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태현 고" userId="e678494651c46122" providerId="LiveId" clId="{539C6FA0-F84E-4B39-A3A5-84203512A6BB}"/>
    <pc:docChg chg="undo custSel addSld delSld modSld sldOrd addSection delSection modSection">
      <pc:chgData name="태현 고" userId="e678494651c46122" providerId="LiveId" clId="{539C6FA0-F84E-4B39-A3A5-84203512A6BB}" dt="2026-10-14T18:26:56.800" v="17344" actId="20577"/>
      <pc:docMkLst>
        <pc:docMk/>
      </pc:docMkLst>
      <pc:sldChg chg="addSp modSp add del mod modNotesTx">
        <pc:chgData name="태현 고" userId="e678494651c46122" providerId="LiveId" clId="{539C6FA0-F84E-4B39-A3A5-84203512A6BB}" dt="2026-10-14T18:06:06.042" v="17277" actId="20577"/>
        <pc:sldMkLst>
          <pc:docMk/>
          <pc:sldMk cId="2982395436" sldId="902"/>
        </pc:sldMkLst>
        <pc:spChg chg="mod">
          <ac:chgData name="태현 고" userId="e678494651c46122" providerId="LiveId" clId="{539C6FA0-F84E-4B39-A3A5-84203512A6BB}" dt="2026-10-14T18:06:06.042" v="17277" actId="20577"/>
          <ac:spMkLst>
            <pc:docMk/>
            <pc:sldMk cId="2982395436" sldId="902"/>
            <ac:spMk id="2" creationId="{00000000-0000-0000-0000-000000000000}"/>
          </ac:spMkLst>
        </pc:spChg>
      </pc:sldChg>
      <pc:sldChg chg="del">
        <pc:chgData name="태현 고" userId="e678494651c46122" providerId="LiveId" clId="{539C6FA0-F84E-4B39-A3A5-84203512A6BB}" dt="2026-10-14T17:02:34.076" v="16372" actId="2696"/>
        <pc:sldMkLst>
          <pc:docMk/>
          <pc:sldMk cId="3177196781" sldId="923"/>
        </pc:sldMkLst>
      </pc:sldChg>
      <pc:sldChg chg="addSp delSp modSp add del mod ord">
        <pc:chgData name="태현 고" userId="e678494651c46122" providerId="LiveId" clId="{539C6FA0-F84E-4B39-A3A5-84203512A6BB}" dt="2026-10-14T17:49:55.552" v="17098" actId="47"/>
        <pc:sldMkLst>
          <pc:docMk/>
          <pc:sldMk cId="0" sldId="928"/>
        </pc:sldMkLst>
        <pc:spChg chg="add del mod">
          <ac:chgData name="태현 고" userId="e678494651c46122" providerId="LiveId" clId="{539C6FA0-F84E-4B39-A3A5-84203512A6BB}" dt="2026-10-14T17:49:17.174" v="17093" actId="478"/>
          <ac:spMkLst>
            <pc:docMk/>
            <pc:sldMk cId="0" sldId="928"/>
            <ac:spMk id="3" creationId="{888F3EC5-2EAE-FDDA-5C84-5FBDA496869F}"/>
          </ac:spMkLst>
        </pc:spChg>
        <pc:spChg chg="mod">
          <ac:chgData name="태현 고" userId="e678494651c46122" providerId="LiveId" clId="{539C6FA0-F84E-4B39-A3A5-84203512A6BB}" dt="2026-10-14T17:02:02.595" v="16369" actId="5793"/>
          <ac:spMkLst>
            <pc:docMk/>
            <pc:sldMk cId="0" sldId="928"/>
            <ac:spMk id="18" creationId="{00000000-0000-0000-0000-000000000000}"/>
          </ac:spMkLst>
        </pc:spChg>
      </pc:sldChg>
      <pc:sldChg chg="modSp del mod">
        <pc:chgData name="태현 고" userId="e678494651c46122" providerId="LiveId" clId="{539C6FA0-F84E-4B39-A3A5-84203512A6BB}" dt="2026-10-14T17:02:21.214" v="16370" actId="2696"/>
        <pc:sldMkLst>
          <pc:docMk/>
          <pc:sldMk cId="0" sldId="929"/>
        </pc:sldMkLst>
        <pc:spChg chg="mod">
          <ac:chgData name="태현 고" userId="e678494651c46122" providerId="LiveId" clId="{539C6FA0-F84E-4B39-A3A5-84203512A6BB}" dt="2026-10-14T01:26:29.687" v="16296" actId="20577"/>
          <ac:spMkLst>
            <pc:docMk/>
            <pc:sldMk cId="0" sldId="929"/>
            <ac:spMk id="12" creationId="{00000000-0000-0000-0000-000000000000}"/>
          </ac:spMkLst>
        </pc:spChg>
        <pc:spChg chg="mod">
          <ac:chgData name="태현 고" userId="e678494651c46122" providerId="LiveId" clId="{539C6FA0-F84E-4B39-A3A5-84203512A6BB}" dt="2026-10-14T03:42:38.290" v="16339" actId="20577"/>
          <ac:spMkLst>
            <pc:docMk/>
            <pc:sldMk cId="0" sldId="929"/>
            <ac:spMk id="13" creationId="{00000000-0000-0000-0000-000000000000}"/>
          </ac:spMkLst>
        </pc:spChg>
        <pc:spChg chg="mod">
          <ac:chgData name="태현 고" userId="e678494651c46122" providerId="LiveId" clId="{539C6FA0-F84E-4B39-A3A5-84203512A6BB}" dt="2026-10-14T01:27:10.393" v="16306" actId="1076"/>
          <ac:spMkLst>
            <pc:docMk/>
            <pc:sldMk cId="0" sldId="929"/>
            <ac:spMk id="14" creationId="{00000000-0000-0000-0000-000000000000}"/>
          </ac:spMkLst>
        </pc:spChg>
        <pc:spChg chg="mod">
          <ac:chgData name="태현 고" userId="e678494651c46122" providerId="LiveId" clId="{539C6FA0-F84E-4B39-A3A5-84203512A6BB}" dt="2026-10-14T01:27:10.393" v="16306" actId="1076"/>
          <ac:spMkLst>
            <pc:docMk/>
            <pc:sldMk cId="0" sldId="929"/>
            <ac:spMk id="15" creationId="{00000000-0000-0000-0000-000000000000}"/>
          </ac:spMkLst>
        </pc:spChg>
        <pc:spChg chg="mod">
          <ac:chgData name="태현 고" userId="e678494651c46122" providerId="LiveId" clId="{539C6FA0-F84E-4B39-A3A5-84203512A6BB}" dt="2026-10-14T01:27:10.393" v="16306" actId="1076"/>
          <ac:spMkLst>
            <pc:docMk/>
            <pc:sldMk cId="0" sldId="929"/>
            <ac:spMk id="16" creationId="{00000000-0000-0000-0000-000000000000}"/>
          </ac:spMkLst>
        </pc:spChg>
        <pc:spChg chg="mod">
          <ac:chgData name="태현 고" userId="e678494651c46122" providerId="LiveId" clId="{539C6FA0-F84E-4B39-A3A5-84203512A6BB}" dt="2026-10-14T01:27:10.393" v="16306" actId="1076"/>
          <ac:spMkLst>
            <pc:docMk/>
            <pc:sldMk cId="0" sldId="929"/>
            <ac:spMk id="17" creationId="{00000000-0000-0000-0000-000000000000}"/>
          </ac:spMkLst>
        </pc:spChg>
        <pc:spChg chg="mod">
          <ac:chgData name="태현 고" userId="e678494651c46122" providerId="LiveId" clId="{539C6FA0-F84E-4B39-A3A5-84203512A6BB}" dt="2026-10-14T01:27:10.393" v="16306" actId="1076"/>
          <ac:spMkLst>
            <pc:docMk/>
            <pc:sldMk cId="0" sldId="929"/>
            <ac:spMk id="18" creationId="{00000000-0000-0000-0000-000000000000}"/>
          </ac:spMkLst>
        </pc:spChg>
        <pc:spChg chg="mod">
          <ac:chgData name="태현 고" userId="e678494651c46122" providerId="LiveId" clId="{539C6FA0-F84E-4B39-A3A5-84203512A6BB}" dt="2026-10-14T01:27:10.393" v="16306" actId="1076"/>
          <ac:spMkLst>
            <pc:docMk/>
            <pc:sldMk cId="0" sldId="929"/>
            <ac:spMk id="19" creationId="{00000000-0000-0000-0000-000000000000}"/>
          </ac:spMkLst>
        </pc:spChg>
        <pc:spChg chg="mod">
          <ac:chgData name="태현 고" userId="e678494651c46122" providerId="LiveId" clId="{539C6FA0-F84E-4B39-A3A5-84203512A6BB}" dt="2026-10-14T01:27:10.393" v="16306" actId="1076"/>
          <ac:spMkLst>
            <pc:docMk/>
            <pc:sldMk cId="0" sldId="929"/>
            <ac:spMk id="20" creationId="{00000000-0000-0000-0000-000000000000}"/>
          </ac:spMkLst>
        </pc:spChg>
      </pc:sldChg>
      <pc:sldChg chg="modSp del mod">
        <pc:chgData name="태현 고" userId="e678494651c46122" providerId="LiveId" clId="{539C6FA0-F84E-4B39-A3A5-84203512A6BB}" dt="2026-10-14T17:02:27.349" v="16371" actId="2696"/>
        <pc:sldMkLst>
          <pc:docMk/>
          <pc:sldMk cId="0" sldId="930"/>
        </pc:sldMkLst>
        <pc:spChg chg="mod">
          <ac:chgData name="태현 고" userId="e678494651c46122" providerId="LiveId" clId="{539C6FA0-F84E-4B39-A3A5-84203512A6BB}" dt="2026-10-14T01:27:31.690" v="16311" actId="20577"/>
          <ac:spMkLst>
            <pc:docMk/>
            <pc:sldMk cId="0" sldId="930"/>
            <ac:spMk id="15" creationId="{00000000-0000-0000-0000-000000000000}"/>
          </ac:spMkLst>
        </pc:spChg>
      </pc:sldChg>
      <pc:sldChg chg="delSp modSp mod">
        <pc:chgData name="태현 고" userId="e678494651c46122" providerId="LiveId" clId="{539C6FA0-F84E-4B39-A3A5-84203512A6BB}" dt="2026-10-14T17:47:31.214" v="17076" actId="20577"/>
        <pc:sldMkLst>
          <pc:docMk/>
          <pc:sldMk cId="0" sldId="931"/>
        </pc:sldMkLst>
        <pc:spChg chg="mod">
          <ac:chgData name="태현 고" userId="e678494651c46122" providerId="LiveId" clId="{539C6FA0-F84E-4B39-A3A5-84203512A6BB}" dt="2026-10-14T17:47:31.214" v="17076" actId="20577"/>
          <ac:spMkLst>
            <pc:docMk/>
            <pc:sldMk cId="0" sldId="931"/>
            <ac:spMk id="12" creationId="{00000000-0000-0000-0000-000000000000}"/>
          </ac:spMkLst>
        </pc:spChg>
        <pc:spChg chg="mod">
          <ac:chgData name="태현 고" userId="e678494651c46122" providerId="LiveId" clId="{539C6FA0-F84E-4B39-A3A5-84203512A6BB}" dt="2026-10-14T01:28:02.258" v="16314" actId="115"/>
          <ac:spMkLst>
            <pc:docMk/>
            <pc:sldMk cId="0" sldId="931"/>
            <ac:spMk id="13" creationId="{00000000-0000-0000-0000-000000000000}"/>
          </ac:spMkLst>
        </pc:spChg>
        <pc:spChg chg="mod">
          <ac:chgData name="태현 고" userId="e678494651c46122" providerId="LiveId" clId="{539C6FA0-F84E-4B39-A3A5-84203512A6BB}" dt="2026-10-13T15:04:30.005" v="15125" actId="20577"/>
          <ac:spMkLst>
            <pc:docMk/>
            <pc:sldMk cId="0" sldId="931"/>
            <ac:spMk id="14" creationId="{00000000-0000-0000-0000-000000000000}"/>
          </ac:spMkLst>
        </pc:spChg>
        <pc:spChg chg="mod">
          <ac:chgData name="태현 고" userId="e678494651c46122" providerId="LiveId" clId="{539C6FA0-F84E-4B39-A3A5-84203512A6BB}" dt="2026-10-14T17:36:19.565" v="16910" actId="20577"/>
          <ac:spMkLst>
            <pc:docMk/>
            <pc:sldMk cId="0" sldId="931"/>
            <ac:spMk id="15" creationId="{00000000-0000-0000-0000-000000000000}"/>
          </ac:spMkLst>
        </pc:spChg>
        <pc:spChg chg="del">
          <ac:chgData name="태현 고" userId="e678494651c46122" providerId="LiveId" clId="{539C6FA0-F84E-4B39-A3A5-84203512A6BB}" dt="2026-10-14T17:34:43.235" v="16878" actId="478"/>
          <ac:spMkLst>
            <pc:docMk/>
            <pc:sldMk cId="0" sldId="931"/>
            <ac:spMk id="16" creationId="{00000000-0000-0000-0000-000000000000}"/>
          </ac:spMkLst>
        </pc:spChg>
      </pc:sldChg>
      <pc:sldChg chg="delSp modSp mod">
        <pc:chgData name="태현 고" userId="e678494651c46122" providerId="LiveId" clId="{539C6FA0-F84E-4B39-A3A5-84203512A6BB}" dt="2026-10-14T17:44:02.838" v="17037" actId="20577"/>
        <pc:sldMkLst>
          <pc:docMk/>
          <pc:sldMk cId="0" sldId="932"/>
        </pc:sldMkLst>
        <pc:spChg chg="mod">
          <ac:chgData name="태현 고" userId="e678494651c46122" providerId="LiveId" clId="{539C6FA0-F84E-4B39-A3A5-84203512A6BB}" dt="2026-10-14T17:33:05.696" v="16840" actId="20577"/>
          <ac:spMkLst>
            <pc:docMk/>
            <pc:sldMk cId="0" sldId="932"/>
            <ac:spMk id="10" creationId="{00000000-0000-0000-0000-000000000000}"/>
          </ac:spMkLst>
        </pc:spChg>
        <pc:spChg chg="mod">
          <ac:chgData name="태현 고" userId="e678494651c46122" providerId="LiveId" clId="{539C6FA0-F84E-4B39-A3A5-84203512A6BB}" dt="2026-10-14T01:17:04.159" v="16056"/>
          <ac:spMkLst>
            <pc:docMk/>
            <pc:sldMk cId="0" sldId="932"/>
            <ac:spMk id="14" creationId="{00000000-0000-0000-0000-000000000000}"/>
          </ac:spMkLst>
        </pc:spChg>
        <pc:spChg chg="mod">
          <ac:chgData name="태현 고" userId="e678494651c46122" providerId="LiveId" clId="{539C6FA0-F84E-4B39-A3A5-84203512A6BB}" dt="2026-10-14T17:44:02.838" v="17037" actId="20577"/>
          <ac:spMkLst>
            <pc:docMk/>
            <pc:sldMk cId="0" sldId="932"/>
            <ac:spMk id="16" creationId="{00000000-0000-0000-0000-000000000000}"/>
          </ac:spMkLst>
        </pc:spChg>
        <pc:spChg chg="mod">
          <ac:chgData name="태현 고" userId="e678494651c46122" providerId="LiveId" clId="{539C6FA0-F84E-4B39-A3A5-84203512A6BB}" dt="2026-10-14T17:33:26.106" v="16872" actId="20577"/>
          <ac:spMkLst>
            <pc:docMk/>
            <pc:sldMk cId="0" sldId="932"/>
            <ac:spMk id="18" creationId="{00000000-0000-0000-0000-000000000000}"/>
          </ac:spMkLst>
        </pc:spChg>
        <pc:spChg chg="mod">
          <ac:chgData name="태현 고" userId="e678494651c46122" providerId="LiveId" clId="{539C6FA0-F84E-4B39-A3A5-84203512A6BB}" dt="2026-10-14T17:11:38.626" v="16573" actId="20577"/>
          <ac:spMkLst>
            <pc:docMk/>
            <pc:sldMk cId="0" sldId="932"/>
            <ac:spMk id="19" creationId="{00000000-0000-0000-0000-000000000000}"/>
          </ac:spMkLst>
        </pc:spChg>
        <pc:spChg chg="mod">
          <ac:chgData name="태현 고" userId="e678494651c46122" providerId="LiveId" clId="{539C6FA0-F84E-4B39-A3A5-84203512A6BB}" dt="2026-10-14T17:02:53.033" v="16373" actId="20577"/>
          <ac:spMkLst>
            <pc:docMk/>
            <pc:sldMk cId="0" sldId="932"/>
            <ac:spMk id="20" creationId="{00000000-0000-0000-0000-000000000000}"/>
          </ac:spMkLst>
        </pc:spChg>
        <pc:spChg chg="mod">
          <ac:chgData name="태현 고" userId="e678494651c46122" providerId="LiveId" clId="{539C6FA0-F84E-4B39-A3A5-84203512A6BB}" dt="2026-10-14T17:38:45.919" v="16949" actId="20577"/>
          <ac:spMkLst>
            <pc:docMk/>
            <pc:sldMk cId="0" sldId="932"/>
            <ac:spMk id="21" creationId="{00000000-0000-0000-0000-000000000000}"/>
          </ac:spMkLst>
        </pc:spChg>
        <pc:spChg chg="mod">
          <ac:chgData name="태현 고" userId="e678494651c46122" providerId="LiveId" clId="{539C6FA0-F84E-4B39-A3A5-84203512A6BB}" dt="2026-10-14T17:43:38.339" v="17015" actId="20577"/>
          <ac:spMkLst>
            <pc:docMk/>
            <pc:sldMk cId="0" sldId="932"/>
            <ac:spMk id="22" creationId="{00000000-0000-0000-0000-000000000000}"/>
          </ac:spMkLst>
        </pc:spChg>
        <pc:spChg chg="del mod">
          <ac:chgData name="태현 고" userId="e678494651c46122" providerId="LiveId" clId="{539C6FA0-F84E-4B39-A3A5-84203512A6BB}" dt="2026-10-14T17:34:04.380" v="16877" actId="478"/>
          <ac:spMkLst>
            <pc:docMk/>
            <pc:sldMk cId="0" sldId="932"/>
            <ac:spMk id="23" creationId="{00000000-0000-0000-0000-000000000000}"/>
          </ac:spMkLst>
        </pc:spChg>
      </pc:sldChg>
      <pc:sldChg chg="modSp mod">
        <pc:chgData name="태현 고" userId="e678494651c46122" providerId="LiveId" clId="{539C6FA0-F84E-4B39-A3A5-84203512A6BB}" dt="2026-10-14T17:38:07.318" v="16946" actId="20577"/>
        <pc:sldMkLst>
          <pc:docMk/>
          <pc:sldMk cId="0" sldId="933"/>
        </pc:sldMkLst>
        <pc:spChg chg="mod">
          <ac:chgData name="태현 고" userId="e678494651c46122" providerId="LiveId" clId="{539C6FA0-F84E-4B39-A3A5-84203512A6BB}" dt="2026-10-14T17:38:07.318" v="16946" actId="20577"/>
          <ac:spMkLst>
            <pc:docMk/>
            <pc:sldMk cId="0" sldId="933"/>
            <ac:spMk id="10" creationId="{00000000-0000-0000-0000-000000000000}"/>
          </ac:spMkLst>
        </pc:spChg>
        <pc:spChg chg="mod">
          <ac:chgData name="태현 고" userId="e678494651c46122" providerId="LiveId" clId="{539C6FA0-F84E-4B39-A3A5-84203512A6BB}" dt="2026-10-14T03:50:43.702" v="16342" actId="20577"/>
          <ac:spMkLst>
            <pc:docMk/>
            <pc:sldMk cId="0" sldId="933"/>
            <ac:spMk id="13" creationId="{00000000-0000-0000-0000-000000000000}"/>
          </ac:spMkLst>
        </pc:spChg>
        <pc:spChg chg="mod">
          <ac:chgData name="태현 고" userId="e678494651c46122" providerId="LiveId" clId="{539C6FA0-F84E-4B39-A3A5-84203512A6BB}" dt="2026-10-14T03:51:08.527" v="16344" actId="20577"/>
          <ac:spMkLst>
            <pc:docMk/>
            <pc:sldMk cId="0" sldId="933"/>
            <ac:spMk id="14" creationId="{00000000-0000-0000-0000-000000000000}"/>
          </ac:spMkLst>
        </pc:spChg>
        <pc:spChg chg="mod">
          <ac:chgData name="태현 고" userId="e678494651c46122" providerId="LiveId" clId="{539C6FA0-F84E-4B39-A3A5-84203512A6BB}" dt="2026-10-14T03:51:13.512" v="16345" actId="20577"/>
          <ac:spMkLst>
            <pc:docMk/>
            <pc:sldMk cId="0" sldId="933"/>
            <ac:spMk id="15" creationId="{00000000-0000-0000-0000-000000000000}"/>
          </ac:spMkLst>
        </pc:spChg>
      </pc:sldChg>
      <pc:sldChg chg="modSp mod">
        <pc:chgData name="태현 고" userId="e678494651c46122" providerId="LiveId" clId="{539C6FA0-F84E-4B39-A3A5-84203512A6BB}" dt="2026-10-14T17:50:35.798" v="17130" actId="20577"/>
        <pc:sldMkLst>
          <pc:docMk/>
          <pc:sldMk cId="0" sldId="934"/>
        </pc:sldMkLst>
        <pc:spChg chg="mod">
          <ac:chgData name="태현 고" userId="e678494651c46122" providerId="LiveId" clId="{539C6FA0-F84E-4B39-A3A5-84203512A6BB}" dt="2026-10-14T17:50:18.735" v="17105"/>
          <ac:spMkLst>
            <pc:docMk/>
            <pc:sldMk cId="0" sldId="934"/>
            <ac:spMk id="8" creationId="{00000000-0000-0000-0000-000000000000}"/>
          </ac:spMkLst>
        </pc:spChg>
        <pc:spChg chg="mod">
          <ac:chgData name="태현 고" userId="e678494651c46122" providerId="LiveId" clId="{539C6FA0-F84E-4B39-A3A5-84203512A6BB}" dt="2026-10-14T17:50:28.021" v="17118" actId="20577"/>
          <ac:spMkLst>
            <pc:docMk/>
            <pc:sldMk cId="0" sldId="934"/>
            <ac:spMk id="10" creationId="{00000000-0000-0000-0000-000000000000}"/>
          </ac:spMkLst>
        </pc:spChg>
        <pc:spChg chg="mod">
          <ac:chgData name="태현 고" userId="e678494651c46122" providerId="LiveId" clId="{539C6FA0-F84E-4B39-A3A5-84203512A6BB}" dt="2026-10-14T17:50:35.798" v="17130" actId="20577"/>
          <ac:spMkLst>
            <pc:docMk/>
            <pc:sldMk cId="0" sldId="934"/>
            <ac:spMk id="13" creationId="{00000000-0000-0000-0000-000000000000}"/>
          </ac:spMkLst>
        </pc:spChg>
      </pc:sldChg>
      <pc:sldChg chg="modSp mod">
        <pc:chgData name="태현 고" userId="e678494651c46122" providerId="LiveId" clId="{539C6FA0-F84E-4B39-A3A5-84203512A6BB}" dt="2026-10-14T17:48:14.189" v="17086" actId="20577"/>
        <pc:sldMkLst>
          <pc:docMk/>
          <pc:sldMk cId="0" sldId="935"/>
        </pc:sldMkLst>
        <pc:spChg chg="mod">
          <ac:chgData name="태현 고" userId="e678494651c46122" providerId="LiveId" clId="{539C6FA0-F84E-4B39-A3A5-84203512A6BB}" dt="2026-10-14T17:21:10.486" v="16672" actId="20577"/>
          <ac:spMkLst>
            <pc:docMk/>
            <pc:sldMk cId="0" sldId="935"/>
            <ac:spMk id="8" creationId="{00000000-0000-0000-0000-000000000000}"/>
          </ac:spMkLst>
        </pc:spChg>
        <pc:spChg chg="mod">
          <ac:chgData name="태현 고" userId="e678494651c46122" providerId="LiveId" clId="{539C6FA0-F84E-4B39-A3A5-84203512A6BB}" dt="2026-10-14T17:21:07.358" v="16665" actId="21"/>
          <ac:spMkLst>
            <pc:docMk/>
            <pc:sldMk cId="0" sldId="935"/>
            <ac:spMk id="10" creationId="{00000000-0000-0000-0000-000000000000}"/>
          </ac:spMkLst>
        </pc:spChg>
        <pc:spChg chg="mod">
          <ac:chgData name="태현 고" userId="e678494651c46122" providerId="LiveId" clId="{539C6FA0-F84E-4B39-A3A5-84203512A6BB}" dt="2026-10-14T17:05:20.646" v="16427" actId="20577"/>
          <ac:spMkLst>
            <pc:docMk/>
            <pc:sldMk cId="0" sldId="935"/>
            <ac:spMk id="12" creationId="{00000000-0000-0000-0000-000000000000}"/>
          </ac:spMkLst>
        </pc:spChg>
        <pc:spChg chg="mod">
          <ac:chgData name="태현 고" userId="e678494651c46122" providerId="LiveId" clId="{539C6FA0-F84E-4B39-A3A5-84203512A6BB}" dt="2026-10-14T17:16:50.315" v="16629" actId="20577"/>
          <ac:spMkLst>
            <pc:docMk/>
            <pc:sldMk cId="0" sldId="935"/>
            <ac:spMk id="13" creationId="{00000000-0000-0000-0000-000000000000}"/>
          </ac:spMkLst>
        </pc:spChg>
        <pc:spChg chg="mod">
          <ac:chgData name="태현 고" userId="e678494651c46122" providerId="LiveId" clId="{539C6FA0-F84E-4B39-A3A5-84203512A6BB}" dt="2026-10-14T17:16:48.392" v="16628" actId="20577"/>
          <ac:spMkLst>
            <pc:docMk/>
            <pc:sldMk cId="0" sldId="935"/>
            <ac:spMk id="14" creationId="{00000000-0000-0000-0000-000000000000}"/>
          </ac:spMkLst>
        </pc:spChg>
        <pc:spChg chg="mod">
          <ac:chgData name="태현 고" userId="e678494651c46122" providerId="LiveId" clId="{539C6FA0-F84E-4B39-A3A5-84203512A6BB}" dt="2026-10-14T17:48:14.189" v="17086" actId="20577"/>
          <ac:spMkLst>
            <pc:docMk/>
            <pc:sldMk cId="0" sldId="935"/>
            <ac:spMk id="16" creationId="{00000000-0000-0000-0000-000000000000}"/>
          </ac:spMkLst>
        </pc:spChg>
        <pc:grpChg chg="mod">
          <ac:chgData name="태현 고" userId="e678494651c46122" providerId="LiveId" clId="{539C6FA0-F84E-4B39-A3A5-84203512A6BB}" dt="2026-10-13T15:10:52.567" v="15405" actId="1076"/>
          <ac:grpSpMkLst>
            <pc:docMk/>
            <pc:sldMk cId="0" sldId="935"/>
            <ac:grpSpMk id="9" creationId="{00000000-0000-0000-0000-000000000000}"/>
          </ac:grpSpMkLst>
        </pc:grpChg>
      </pc:sldChg>
      <pc:sldChg chg="modSp mod">
        <pc:chgData name="태현 고" userId="e678494651c46122" providerId="LiveId" clId="{539C6FA0-F84E-4B39-A3A5-84203512A6BB}" dt="2026-10-14T18:02:08.054" v="17199" actId="20577"/>
        <pc:sldMkLst>
          <pc:docMk/>
          <pc:sldMk cId="0" sldId="936"/>
        </pc:sldMkLst>
        <pc:spChg chg="mod">
          <ac:chgData name="태현 고" userId="e678494651c46122" providerId="LiveId" clId="{539C6FA0-F84E-4B39-A3A5-84203512A6BB}" dt="2026-10-14T17:04:57.839" v="16424" actId="20577"/>
          <ac:spMkLst>
            <pc:docMk/>
            <pc:sldMk cId="0" sldId="936"/>
            <ac:spMk id="10" creationId="{00000000-0000-0000-0000-000000000000}"/>
          </ac:spMkLst>
        </pc:spChg>
        <pc:spChg chg="mod">
          <ac:chgData name="태현 고" userId="e678494651c46122" providerId="LiveId" clId="{539C6FA0-F84E-4B39-A3A5-84203512A6BB}" dt="2026-10-14T18:02:08.054" v="17199" actId="20577"/>
          <ac:spMkLst>
            <pc:docMk/>
            <pc:sldMk cId="0" sldId="936"/>
            <ac:spMk id="13" creationId="{00000000-0000-0000-0000-000000000000}"/>
          </ac:spMkLst>
        </pc:spChg>
        <pc:spChg chg="mod">
          <ac:chgData name="태현 고" userId="e678494651c46122" providerId="LiveId" clId="{539C6FA0-F84E-4B39-A3A5-84203512A6BB}" dt="2026-10-14T17:37:57.318" v="16932" actId="20577"/>
          <ac:spMkLst>
            <pc:docMk/>
            <pc:sldMk cId="0" sldId="936"/>
            <ac:spMk id="14" creationId="{00000000-0000-0000-0000-000000000000}"/>
          </ac:spMkLst>
        </pc:spChg>
      </pc:sldChg>
      <pc:sldChg chg="delSp modSp mod">
        <pc:chgData name="태현 고" userId="e678494651c46122" providerId="LiveId" clId="{539C6FA0-F84E-4B39-A3A5-84203512A6BB}" dt="2026-10-14T18:26:56.800" v="17344" actId="20577"/>
        <pc:sldMkLst>
          <pc:docMk/>
          <pc:sldMk cId="0" sldId="937"/>
        </pc:sldMkLst>
        <pc:spChg chg="mod">
          <ac:chgData name="태현 고" userId="e678494651c46122" providerId="LiveId" clId="{539C6FA0-F84E-4B39-A3A5-84203512A6BB}" dt="2026-10-14T17:20:52.938" v="16664"/>
          <ac:spMkLst>
            <pc:docMk/>
            <pc:sldMk cId="0" sldId="937"/>
            <ac:spMk id="8" creationId="{00000000-0000-0000-0000-000000000000}"/>
          </ac:spMkLst>
        </pc:spChg>
        <pc:spChg chg="mod">
          <ac:chgData name="태현 고" userId="e678494651c46122" providerId="LiveId" clId="{539C6FA0-F84E-4B39-A3A5-84203512A6BB}" dt="2026-10-14T17:20:49.683" v="16660" actId="20577"/>
          <ac:spMkLst>
            <pc:docMk/>
            <pc:sldMk cId="0" sldId="937"/>
            <ac:spMk id="10" creationId="{00000000-0000-0000-0000-000000000000}"/>
          </ac:spMkLst>
        </pc:spChg>
        <pc:spChg chg="mod">
          <ac:chgData name="태현 고" userId="e678494651c46122" providerId="LiveId" clId="{539C6FA0-F84E-4B39-A3A5-84203512A6BB}" dt="2026-10-14T18:26:56.800" v="17344" actId="20577"/>
          <ac:spMkLst>
            <pc:docMk/>
            <pc:sldMk cId="0" sldId="937"/>
            <ac:spMk id="12" creationId="{00000000-0000-0000-0000-000000000000}"/>
          </ac:spMkLst>
        </pc:spChg>
        <pc:spChg chg="del mod">
          <ac:chgData name="태현 고" userId="e678494651c46122" providerId="LiveId" clId="{539C6FA0-F84E-4B39-A3A5-84203512A6BB}" dt="2026-10-14T18:24:20.019" v="17278" actId="478"/>
          <ac:spMkLst>
            <pc:docMk/>
            <pc:sldMk cId="0" sldId="937"/>
            <ac:spMk id="16" creationId="{00000000-0000-0000-0000-000000000000}"/>
          </ac:spMkLst>
        </pc:spChg>
      </pc:sldChg>
      <pc:sldChg chg="modSp mod">
        <pc:chgData name="태현 고" userId="e678494651c46122" providerId="LiveId" clId="{539C6FA0-F84E-4B39-A3A5-84203512A6BB}" dt="2026-10-14T18:04:56.432" v="17236" actId="113"/>
        <pc:sldMkLst>
          <pc:docMk/>
          <pc:sldMk cId="0" sldId="938"/>
        </pc:sldMkLst>
        <pc:spChg chg="mod">
          <ac:chgData name="태현 고" userId="e678494651c46122" providerId="LiveId" clId="{539C6FA0-F84E-4B39-A3A5-84203512A6BB}" dt="2026-10-14T17:20:44.254" v="16659"/>
          <ac:spMkLst>
            <pc:docMk/>
            <pc:sldMk cId="0" sldId="938"/>
            <ac:spMk id="8" creationId="{00000000-0000-0000-0000-000000000000}"/>
          </ac:spMkLst>
        </pc:spChg>
        <pc:spChg chg="mod">
          <ac:chgData name="태현 고" userId="e678494651c46122" providerId="LiveId" clId="{539C6FA0-F84E-4B39-A3A5-84203512A6BB}" dt="2026-10-14T17:20:28.224" v="16651"/>
          <ac:spMkLst>
            <pc:docMk/>
            <pc:sldMk cId="0" sldId="938"/>
            <ac:spMk id="10" creationId="{00000000-0000-0000-0000-000000000000}"/>
          </ac:spMkLst>
        </pc:spChg>
        <pc:spChg chg="mod">
          <ac:chgData name="태현 고" userId="e678494651c46122" providerId="LiveId" clId="{539C6FA0-F84E-4B39-A3A5-84203512A6BB}" dt="2026-10-14T17:45:21.481" v="17047" actId="20577"/>
          <ac:spMkLst>
            <pc:docMk/>
            <pc:sldMk cId="0" sldId="938"/>
            <ac:spMk id="13" creationId="{00000000-0000-0000-0000-000000000000}"/>
          </ac:spMkLst>
        </pc:spChg>
        <pc:spChg chg="mod">
          <ac:chgData name="태현 고" userId="e678494651c46122" providerId="LiveId" clId="{539C6FA0-F84E-4B39-A3A5-84203512A6BB}" dt="2026-10-14T18:04:56.432" v="17236" actId="113"/>
          <ac:spMkLst>
            <pc:docMk/>
            <pc:sldMk cId="0" sldId="938"/>
            <ac:spMk id="14" creationId="{00000000-0000-0000-0000-000000000000}"/>
          </ac:spMkLst>
        </pc:spChg>
        <pc:graphicFrameChg chg="modGraphic">
          <ac:chgData name="태현 고" userId="e678494651c46122" providerId="LiveId" clId="{539C6FA0-F84E-4B39-A3A5-84203512A6BB}" dt="2026-10-14T17:45:09.806" v="17045" actId="20577"/>
          <ac:graphicFrameMkLst>
            <pc:docMk/>
            <pc:sldMk cId="0" sldId="938"/>
            <ac:graphicFrameMk id="12" creationId="{00000000-0000-0000-0000-000000000000}"/>
          </ac:graphicFrameMkLst>
        </pc:graphicFrameChg>
      </pc:sldChg>
      <pc:sldChg chg="delSp modSp del mod">
        <pc:chgData name="태현 고" userId="e678494651c46122" providerId="LiveId" clId="{539C6FA0-F84E-4B39-A3A5-84203512A6BB}" dt="2026-10-14T17:53:05.630" v="17165" actId="47"/>
        <pc:sldMkLst>
          <pc:docMk/>
          <pc:sldMk cId="0" sldId="939"/>
        </pc:sldMkLst>
        <pc:spChg chg="mod">
          <ac:chgData name="태현 고" userId="e678494651c46122" providerId="LiveId" clId="{539C6FA0-F84E-4B39-A3A5-84203512A6BB}" dt="2026-10-13T15:15:30.376" v="15648" actId="20577"/>
          <ac:spMkLst>
            <pc:docMk/>
            <pc:sldMk cId="0" sldId="939"/>
            <ac:spMk id="10" creationId="{00000000-0000-0000-0000-000000000000}"/>
          </ac:spMkLst>
        </pc:spChg>
        <pc:spChg chg="del">
          <ac:chgData name="태현 고" userId="e678494651c46122" providerId="LiveId" clId="{539C6FA0-F84E-4B39-A3A5-84203512A6BB}" dt="2026-10-14T01:21:05.944" v="16100" actId="21"/>
          <ac:spMkLst>
            <pc:docMk/>
            <pc:sldMk cId="0" sldId="939"/>
            <ac:spMk id="12" creationId="{00000000-0000-0000-0000-000000000000}"/>
          </ac:spMkLst>
        </pc:spChg>
        <pc:spChg chg="mod">
          <ac:chgData name="태현 고" userId="e678494651c46122" providerId="LiveId" clId="{539C6FA0-F84E-4B39-A3A5-84203512A6BB}" dt="2026-10-14T17:53:00.961" v="17164" actId="1076"/>
          <ac:spMkLst>
            <pc:docMk/>
            <pc:sldMk cId="0" sldId="939"/>
            <ac:spMk id="13" creationId="{00000000-0000-0000-0000-000000000000}"/>
          </ac:spMkLst>
        </pc:spChg>
        <pc:spChg chg="mod">
          <ac:chgData name="태현 고" userId="e678494651c46122" providerId="LiveId" clId="{539C6FA0-F84E-4B39-A3A5-84203512A6BB}" dt="2026-10-14T17:41:19.545" v="16962" actId="1076"/>
          <ac:spMkLst>
            <pc:docMk/>
            <pc:sldMk cId="0" sldId="939"/>
            <ac:spMk id="14" creationId="{00000000-0000-0000-0000-000000000000}"/>
          </ac:spMkLst>
        </pc:spChg>
        <pc:spChg chg="del mod">
          <ac:chgData name="태현 고" userId="e678494651c46122" providerId="LiveId" clId="{539C6FA0-F84E-4B39-A3A5-84203512A6BB}" dt="2026-10-14T17:40:28.601" v="16950" actId="478"/>
          <ac:spMkLst>
            <pc:docMk/>
            <pc:sldMk cId="0" sldId="939"/>
            <ac:spMk id="15" creationId="{00000000-0000-0000-0000-000000000000}"/>
          </ac:spMkLst>
        </pc:spChg>
        <pc:spChg chg="del mod">
          <ac:chgData name="태현 고" userId="e678494651c46122" providerId="LiveId" clId="{539C6FA0-F84E-4B39-A3A5-84203512A6BB}" dt="2026-10-14T17:26:14.767" v="16735" actId="478"/>
          <ac:spMkLst>
            <pc:docMk/>
            <pc:sldMk cId="0" sldId="939"/>
            <ac:spMk id="16" creationId="{00000000-0000-0000-0000-000000000000}"/>
          </ac:spMkLst>
        </pc:spChg>
      </pc:sldChg>
      <pc:sldChg chg="delSp modSp del mod">
        <pc:chgData name="태현 고" userId="e678494651c46122" providerId="LiveId" clId="{539C6FA0-F84E-4B39-A3A5-84203512A6BB}" dt="2026-10-14T17:53:10.019" v="17166" actId="47"/>
        <pc:sldMkLst>
          <pc:docMk/>
          <pc:sldMk cId="0" sldId="940"/>
        </pc:sldMkLst>
        <pc:spChg chg="mod">
          <ac:chgData name="태현 고" userId="e678494651c46122" providerId="LiveId" clId="{539C6FA0-F84E-4B39-A3A5-84203512A6BB}" dt="2026-10-14T17:41:54.142" v="16964" actId="14100"/>
          <ac:spMkLst>
            <pc:docMk/>
            <pc:sldMk cId="0" sldId="940"/>
            <ac:spMk id="12" creationId="{00000000-0000-0000-0000-000000000000}"/>
          </ac:spMkLst>
        </pc:spChg>
        <pc:spChg chg="del">
          <ac:chgData name="태현 고" userId="e678494651c46122" providerId="LiveId" clId="{539C6FA0-F84E-4B39-A3A5-84203512A6BB}" dt="2026-10-14T01:22:41.098" v="16254" actId="21"/>
          <ac:spMkLst>
            <pc:docMk/>
            <pc:sldMk cId="0" sldId="940"/>
            <ac:spMk id="13" creationId="{00000000-0000-0000-0000-000000000000}"/>
          </ac:spMkLst>
        </pc:spChg>
        <pc:spChg chg="mod">
          <ac:chgData name="태현 고" userId="e678494651c46122" providerId="LiveId" clId="{539C6FA0-F84E-4B39-A3A5-84203512A6BB}" dt="2026-10-14T17:29:20.387" v="16784" actId="20577"/>
          <ac:spMkLst>
            <pc:docMk/>
            <pc:sldMk cId="0" sldId="940"/>
            <ac:spMk id="14" creationId="{00000000-0000-0000-0000-000000000000}"/>
          </ac:spMkLst>
        </pc:spChg>
        <pc:spChg chg="del">
          <ac:chgData name="태현 고" userId="e678494651c46122" providerId="LiveId" clId="{539C6FA0-F84E-4B39-A3A5-84203512A6BB}" dt="2026-10-14T17:41:46.541" v="16963" actId="478"/>
          <ac:spMkLst>
            <pc:docMk/>
            <pc:sldMk cId="0" sldId="940"/>
            <ac:spMk id="15" creationId="{00000000-0000-0000-0000-000000000000}"/>
          </ac:spMkLst>
        </pc:spChg>
      </pc:sldChg>
      <pc:sldChg chg="addSp modSp mod">
        <pc:chgData name="태현 고" userId="e678494651c46122" providerId="LiveId" clId="{539C6FA0-F84E-4B39-A3A5-84203512A6BB}" dt="2026-10-14T01:24:55.473" v="16289" actId="1076"/>
        <pc:sldMkLst>
          <pc:docMk/>
          <pc:sldMk cId="0" sldId="941"/>
        </pc:sldMkLst>
        <pc:spChg chg="mod">
          <ac:chgData name="태현 고" userId="e678494651c46122" providerId="LiveId" clId="{539C6FA0-F84E-4B39-A3A5-84203512A6BB}" dt="2026-10-14T01:24:15.327" v="16280" actId="20577"/>
          <ac:spMkLst>
            <pc:docMk/>
            <pc:sldMk cId="0" sldId="941"/>
            <ac:spMk id="10" creationId="{00000000-0000-0000-0000-000000000000}"/>
          </ac:spMkLst>
        </pc:spChg>
        <pc:cxnChg chg="add mod">
          <ac:chgData name="태현 고" userId="e678494651c46122" providerId="LiveId" clId="{539C6FA0-F84E-4B39-A3A5-84203512A6BB}" dt="2026-10-14T01:24:38.752" v="16285" actId="1038"/>
          <ac:cxnSpMkLst>
            <pc:docMk/>
            <pc:sldMk cId="0" sldId="941"/>
            <ac:cxnSpMk id="3" creationId="{CB57D414-3599-9164-6697-9F96BFDD8ED2}"/>
          </ac:cxnSpMkLst>
        </pc:cxnChg>
        <pc:cxnChg chg="add mod">
          <ac:chgData name="태현 고" userId="e678494651c46122" providerId="LiveId" clId="{539C6FA0-F84E-4B39-A3A5-84203512A6BB}" dt="2026-10-14T01:24:49.242" v="16287" actId="1076"/>
          <ac:cxnSpMkLst>
            <pc:docMk/>
            <pc:sldMk cId="0" sldId="941"/>
            <ac:cxnSpMk id="5" creationId="{946D5011-7281-FC0F-B121-72DC4C16C0FB}"/>
          </ac:cxnSpMkLst>
        </pc:cxnChg>
        <pc:cxnChg chg="add mod">
          <ac:chgData name="태현 고" userId="e678494651c46122" providerId="LiveId" clId="{539C6FA0-F84E-4B39-A3A5-84203512A6BB}" dt="2026-10-14T01:24:55.473" v="16289" actId="1076"/>
          <ac:cxnSpMkLst>
            <pc:docMk/>
            <pc:sldMk cId="0" sldId="941"/>
            <ac:cxnSpMk id="6" creationId="{3B34C189-90F7-5595-092B-19EF4FF1892B}"/>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5659" cy="498135"/>
          </a:xfrm>
          <a:prstGeom prst="rect">
            <a:avLst/>
          </a:prstGeom>
        </p:spPr>
        <p:txBody>
          <a:bodyPr vert="horz" lIns="91432" tIns="45715" rIns="91432" bIns="45715"/>
          <a:lstStyle>
            <a:lvl1pPr algn="l">
              <a:defRPr sz="1200"/>
            </a:lvl1pPr>
          </a:lstStyle>
          <a:p>
            <a:pPr lvl="0">
              <a:defRPr/>
            </a:pPr>
            <a:endParaRPr lang="ko-KR" altLang="en-US"/>
          </a:p>
        </p:txBody>
      </p:sp>
      <p:sp>
        <p:nvSpPr>
          <p:cNvPr id="3" name="날짜 개체 틀 2"/>
          <p:cNvSpPr>
            <a:spLocks noGrp="1"/>
          </p:cNvSpPr>
          <p:nvPr>
            <p:ph type="dt" idx="1"/>
          </p:nvPr>
        </p:nvSpPr>
        <p:spPr>
          <a:xfrm>
            <a:off x="3850444" y="0"/>
            <a:ext cx="2945659" cy="498135"/>
          </a:xfrm>
          <a:prstGeom prst="rect">
            <a:avLst/>
          </a:prstGeom>
        </p:spPr>
        <p:txBody>
          <a:bodyPr vert="horz" lIns="91432" tIns="45715" rIns="91432" bIns="45715"/>
          <a:lstStyle>
            <a:lvl1pPr algn="r">
              <a:defRPr sz="1200"/>
            </a:lvl1pPr>
          </a:lstStyle>
          <a:p>
            <a:pPr lvl="0">
              <a:defRPr/>
            </a:pPr>
            <a:fld id="{D8A18A99-91F3-4739-9AF9-D3E54F5507E0}" type="datetime1">
              <a:rPr lang="ko-KR" altLang="en-US"/>
              <a:pPr lvl="0">
                <a:defRPr/>
              </a:pPr>
              <a:t>2026-10-15</a:t>
            </a:fld>
            <a:endParaRPr lang="ko-KR" altLang="en-US"/>
          </a:p>
        </p:txBody>
      </p:sp>
      <p:sp>
        <p:nvSpPr>
          <p:cNvPr id="4" name="슬라이드 이미지 개체 틀 3"/>
          <p:cNvSpPr>
            <a:spLocks noGrp="1" noRot="1" noChangeAspect="1" noTextEdit="1"/>
          </p:cNvSpPr>
          <p:nvPr>
            <p:ph type="sldImg" idx="2"/>
          </p:nvPr>
        </p:nvSpPr>
        <p:spPr>
          <a:xfrm>
            <a:off x="422275" y="1241425"/>
            <a:ext cx="5953125" cy="3349625"/>
          </a:xfrm>
          <a:prstGeom prst="rect">
            <a:avLst/>
          </a:prstGeom>
          <a:noFill/>
          <a:ln w="12700">
            <a:solidFill>
              <a:prstClr val="black"/>
            </a:solidFill>
          </a:ln>
        </p:spPr>
        <p:txBody>
          <a:bodyPr vert="horz" lIns="91432" tIns="45715" rIns="91432" bIns="45715" anchor="ctr"/>
          <a:lstStyle/>
          <a:p>
            <a:pPr lvl="0">
              <a:defRPr/>
            </a:pPr>
            <a:endParaRPr lang="ko-KR" altLang="en-US"/>
          </a:p>
        </p:txBody>
      </p:sp>
      <p:sp>
        <p:nvSpPr>
          <p:cNvPr id="5" name="슬라이드 노트 개체 틀 4"/>
          <p:cNvSpPr>
            <a:spLocks noGrp="1"/>
          </p:cNvSpPr>
          <p:nvPr>
            <p:ph type="body" sz="quarter" idx="3"/>
          </p:nvPr>
        </p:nvSpPr>
        <p:spPr>
          <a:xfrm>
            <a:off x="679768" y="4777959"/>
            <a:ext cx="5438140" cy="3909239"/>
          </a:xfrm>
          <a:prstGeom prst="rect">
            <a:avLst/>
          </a:prstGeom>
        </p:spPr>
        <p:txBody>
          <a:bodyPr vert="horz" lIns="91432" tIns="45715" rIns="91432" bIns="45715"/>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6" name="바닥글 개체 틀 5"/>
          <p:cNvSpPr>
            <a:spLocks noGrp="1"/>
          </p:cNvSpPr>
          <p:nvPr>
            <p:ph type="ftr" sz="quarter" idx="4"/>
          </p:nvPr>
        </p:nvSpPr>
        <p:spPr>
          <a:xfrm>
            <a:off x="1" y="9430091"/>
            <a:ext cx="2945659" cy="498134"/>
          </a:xfrm>
          <a:prstGeom prst="rect">
            <a:avLst/>
          </a:prstGeom>
        </p:spPr>
        <p:txBody>
          <a:bodyPr vert="horz" lIns="91432" tIns="45715" rIns="91432" bIns="45715" anchor="b"/>
          <a:lstStyle>
            <a:lvl1pPr algn="l">
              <a:defRPr sz="1200"/>
            </a:lvl1pPr>
          </a:lstStyle>
          <a:p>
            <a:pPr lvl="0">
              <a:defRPr/>
            </a:pPr>
            <a:endParaRPr lang="ko-KR" altLang="en-US"/>
          </a:p>
        </p:txBody>
      </p:sp>
      <p:sp>
        <p:nvSpPr>
          <p:cNvPr id="7" name="슬라이드 번호 개체 틀 6"/>
          <p:cNvSpPr>
            <a:spLocks noGrp="1"/>
          </p:cNvSpPr>
          <p:nvPr>
            <p:ph type="sldNum" sz="quarter" idx="5"/>
          </p:nvPr>
        </p:nvSpPr>
        <p:spPr>
          <a:xfrm>
            <a:off x="3850444" y="9430091"/>
            <a:ext cx="2945659" cy="498134"/>
          </a:xfrm>
          <a:prstGeom prst="rect">
            <a:avLst/>
          </a:prstGeom>
        </p:spPr>
        <p:txBody>
          <a:bodyPr vert="horz" lIns="91432" tIns="45715" rIns="91432" bIns="45715" anchor="b"/>
          <a:lstStyle>
            <a:lvl1pPr algn="r">
              <a:defRPr sz="1200"/>
            </a:lvl1pPr>
          </a:lstStyle>
          <a:p>
            <a:pPr lvl="0">
              <a:defRPr/>
            </a:pPr>
            <a:fld id="{EC9DA1BD-9844-4538-8BC0-05298B5B73B6}" type="slidenum">
              <a:rPr lang="ko-KR" altLang="en-US"/>
              <a:pPr lvl="0">
                <a:defRPr/>
              </a:pPr>
              <a:t>‹#›</a:t>
            </a:fld>
            <a:endParaRPr lang="ko-KR" altLang="en-US"/>
          </a:p>
        </p:txBody>
      </p:sp>
    </p:spTree>
    <p:extLst>
      <p:ext uri="{BB962C8B-B14F-4D97-AF65-F5344CB8AC3E}">
        <p14:creationId xmlns:p14="http://schemas.microsoft.com/office/powerpoint/2010/main" val="1601444582"/>
      </p:ext>
    </p:extLst>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27" userDrawn="1">
          <p15:clr>
            <a:srgbClr val="F26B43"/>
          </p15:clr>
        </p15:guide>
        <p15:guide id="2" pos="214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noTextEdit="1"/>
          </p:cNvSpPr>
          <p:nvPr>
            <p:ph type="sldImg"/>
          </p:nvPr>
        </p:nvSpPr>
        <p:spPr/>
        <p:txBody>
          <a:bodyPr/>
          <a:lstStyle/>
          <a:p>
            <a:endParaRPr lang="ko-KR" altLang="en-US"/>
          </a:p>
        </p:txBody>
      </p:sp>
      <p:sp>
        <p:nvSpPr>
          <p:cNvPr id="3" name="슬라이드 노트 개체 틀 2"/>
          <p:cNvSpPr>
            <a:spLocks noGrp="1"/>
          </p:cNvSpPr>
          <p:nvPr>
            <p:ph type="body" idx="1"/>
          </p:nvPr>
        </p:nvSpPr>
        <p:spPr/>
        <p:txBody>
          <a:bodyPr/>
          <a:lstStyle/>
          <a:p>
            <a:r>
              <a:t>[멘트] 지난 발표에서 교수님께서 overall 점수가 적절하지 않다고 지적해 주셨습니다. 오늘은 평가 방식을 처음부터 다시 설계하고, 그 방식으로 PRiMeFlow 결과를 다시 정리해서 보고드리겠습니다.</a:t>
            </a:r>
          </a:p>
        </p:txBody>
      </p:sp>
      <p:sp>
        <p:nvSpPr>
          <p:cNvPr id="4" name="슬라이드 번호 개체 틀 3"/>
          <p:cNvSpPr>
            <a:spLocks noGrp="1"/>
          </p:cNvSpPr>
          <p:nvPr>
            <p:ph type="sldNum" sz="quarter" idx="5"/>
          </p:nvPr>
        </p:nvSpPr>
        <p:spPr/>
        <p:txBody>
          <a:bodyPr/>
          <a:lstStyle/>
          <a:p>
            <a:pPr lvl="0"/>
            <a:fld id="{EC9DA1BD-9844-4538-8BC0-05298B5B73B6}" type="slidenum">
              <a:rPr lang="ko-KR" altLang="en-US" smtClean="0"/>
              <a:t>1</a:t>
            </a:fld>
            <a:endParaRPr lang="ko-KR" altLang="en-US"/>
          </a:p>
        </p:txBody>
      </p:sp>
    </p:spTree>
    <p:extLst>
      <p:ext uri="{BB962C8B-B14F-4D97-AF65-F5344CB8AC3E}">
        <p14:creationId xmlns:p14="http://schemas.microsoft.com/office/powerpoint/2010/main" val="4065595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[멘트] 교수님 지적이 맞았습니다. 이전 overall 점수에는 세 가지 문제가 있었습니다.</a:t>
            </a:r>
          </a:p>
          <a:p>
            <a:r>
              <a:t>① 지표마다 정규화 방식이 달랐습니다. 그래서 어떤 지표는 모델 간 차이가 거의 없는 상수처럼 작동했고, 결과적으로 의도하지 않은 가중치가 생겼습니다.</a:t>
            </a:r>
          </a:p>
          <a:p>
            <a:r>
              <a:t>② 점수가 비교하는 모델 집합에 따라 바뀌었습니다. 모델 하나를 넣거나 빼면 다른 모델의 점수와 순위까지 바뀌었습니다. 특히 제 PRiMeFlow 변형 4개를 같이 넣어서 스케일이 흔들렸습니다.</a:t>
            </a:r>
          </a:p>
          <a:p>
            <a:r>
              <a:t>③ 성격이 다른 지표를 숫자 하나로 합치니, 어떤 모델이 어디에 강하고 어디에 약한지가 상쇄되어 안 보였습니다.</a:t>
            </a:r>
          </a:p>
          <a:p>
            <a:r>
              <a:t>그래서 다음 슬라이드처럼 평가 방식을 바꿨습니다.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[멘트] 새 평가 방식은 세 단계입니다.</a:t>
            </a:r>
          </a:p>
          <a:p>
            <a:r>
              <a:t>1) 10개 지표 각각에서 모델들에 1등부터 순위를 매깁니다. 동점이면 평균 순위를 줍니다(예: top-k recall에서 Latent_additive와 Biolord가 같은 값이라 둘 다 5.5위).</a:t>
            </a:r>
          </a:p>
          <a:p>
            <a:r>
              <a:t>   순위는 스케일과 이상치에 영향을 받지 않으므로 모든 지표가 같은 무게를 갖습니다 → 문제 ① 해결.</a:t>
            </a:r>
          </a:p>
          <a:p>
            <a:r>
              <a:t>2) 지표를 성격별로 4개 축으로 묶고, 축 점수는 그 안 지표들의 평균 순위로 합니다.</a:t>
            </a:r>
          </a:p>
          <a:p>
            <a:r>
              <a:t>3) overall 점수는 만들지 않습니다. 축끼리 가중치를 줄 근거가 없기 때문에 4개 축을 나란히 보여드립니다 → 문제 ③ 해결.</a:t>
            </a:r>
          </a:p>
          <a:p>
            <a:r>
              <a:t>또 순위는 비교 집합 안에서만 의미가 있으므로, baseline 6개 + 대표 PRiMeFlow 1개의 메인 비교와, PRiMeFlow 변형 4개끼리의 ablation을 분리했습니다 → 문제 ② 해결.</a:t>
            </a:r>
          </a:p>
          <a:p>
            <a:endParaRPr/>
          </a:p>
          <a:p>
            <a:r>
              <a:t>[예상 질문] 순위로 바꾸면 차이의 크기가 사라지지 않나? → 맞습니다. 그래서 원값을 같이 보여드리고(결과 슬라이드, 부록), 근소한 차이는 따로 짚겠습니다.</a:t>
            </a:r>
          </a:p>
          <a:p>
            <a:r>
              <a:t>[예상 질문] 축 안에서 평균 순위를 내는 것도 결국 합치는 것 아닌가? → 축 안의 지표들은 같은 질문(예: 평균 발현이 맞는가)을 다른 방식으로 재는 것이라 묶었고, 성격이 다른 축끼리는 합치지 않았습니다.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[멘트] 4개 축이 각각 어떤 질문에 답하는지입니다.</a:t>
            </a:r>
          </a:p>
          <a:p>
            <a:r>
              <a:t>- Accuracy: perturbation별 예측 평균 발현이 실제와 얼마나 가까운가. RMSE(오차), cos PCA(PCA 공간에서 방향), cos logFC(control 대비 변화량의 방향), R²(변화를 얼마나 설명하나).</a:t>
            </a:r>
          </a:p>
          <a:p>
            <a:r>
              <a:t>- Specificity: 예측이 다른 perturbation이 아니라 '자기' perturbation의 실제 값에 가장 가까운가. 위 지표들의 rank 버전 4개로, 모든 perturbation 중 정답이 몇 번째로 가까운지를 0~1로 정규화한 값입니다. 0이면 항상 자기 정답이 가장 가까움(완벽).</a:t>
            </a:r>
          </a:p>
          <a:p>
            <a:r>
              <a:t>- DEG recall: 실제로 가장 크게 변한 상위 k개 유전자(DEG)를 예측도 상위 k개에 포함시키는가.</a:t>
            </a:r>
          </a:p>
          <a:p>
            <a:r>
              <a:t>- Distribution: 평균이 아니라 단일세포 분포 자체가 같은가. MMD는 두 분포 사이의 거리로, 작을수록 비슷합니다.</a:t>
            </a:r>
          </a:p>
          <a:p>
            <a:endParaRPr/>
          </a:p>
          <a:p>
            <a:r>
              <a:t>[예상 질문] MMD rank는 왜 Distribution이 아니라 Specificity? → rank 버전은 '분포가 맞는가'가 아니라 '자기 perturbation과 가장 가까운가'를 묻기 때문에 Specificity로 묶었습니다.</a:t>
            </a:r>
          </a:p>
          <a:p>
            <a:r>
              <a:t>[예상 질문] R²는 무엇에 대한 R²? → perturbation별 예측 평균 발현과 실제 평균 발현 사이의 R²입니다(평균 수준 지표라 Accuracy에 포함).</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[멘트] 메인 결과입니다. 4개 패널이 4개 축이고, 각 점은 그 축의 평균 순위입니다. 오른쪽으로 갈수록 좋고(1 = 최고), 빨간색이 PRiMeFlow입니다.</a:t>
            </a:r>
          </a:p>
          <a:p>
            <a:r>
              <a:t>PRiMeFlow는 DEG recall과 Distribution에서 1등, Accuracy는 3.25로 중간, Specificity는 7로 꼴찌입니다.</a:t>
            </a:r>
          </a:p>
          <a:p>
            <a:r>
              <a:t>baseline들도 축마다 순위가 크게 다릅니다. Latent_additive와 Decoder_only는 Accuracy·Specificity에서는 상위권이지만 Distribution에서는 6위, 7위입니다. 반대로 Biolord는 Accuracy는 하위권인데 Distribution은 2위입니다.</a:t>
            </a:r>
          </a:p>
          <a:p>
            <a:r>
              <a:t>즉 모든 축에서 이기는 모델이 없습니다. 이게 overall 점수 하나로 요약하면 안 되는 근거입니다.</a:t>
            </a:r>
          </a:p>
          <a:p>
            <a:endParaRPr/>
          </a:p>
          <a:p>
            <a:r>
              <a:t>[예상 질문] Latent_additive나 Decoder_only가 분포에서 약한 이유? → 이 모델들은 평균 반응을 잘 맞히도록 학습되는 성격이 강해서, 세포 간 다양성(분포)은 덜 재현하는 것으로 해석하고 있습니다(해석이며 따로 검증하지는 않았습니다).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[멘트] 순위는 차이의 크기를 버리기 때문에 원값을 같이 보여드립니다.</a:t>
            </a:r>
          </a:p>
          <a:p>
            <a:r>
              <a:t>- top-k recall 0.188로 1등이지만, 2등 Decoder_only가 0.168이라 차이는 근소합니다. CPA는 0.050, 나머지 baseline은 0.001 이하입니다.</a:t>
            </a:r>
          </a:p>
          <a:p>
            <a:r>
              <a:t>- MMD PCA 0.867은 baseline(1.67~3.22)보다 확실히 작습니다. 분포 재현은 확실한 강점입니다.</a:t>
            </a:r>
          </a:p>
          <a:p>
            <a:r>
              <a:t>- R²도 0.220으로 1등입니다(Accuracy 축에 포함). 2등 Decoder_only 0.165, baseline 4개는 음수입니다.</a:t>
            </a:r>
          </a:p>
          <a:p>
            <a:r>
              <a:t>- 약점은 Specificity입니다. 예를 들어 RMSE rank가 0.0855인데 Latent_additive는 0.0135입니다. 평균적으로는 맞는데, perturbation마다 예측이 충분히 달라지지 않는다는 뜻입니다.</a:t>
            </a:r>
          </a:p>
          <a:p>
            <a:endParaRPr/>
          </a:p>
          <a:p>
            <a:r>
              <a:t>[예상 질문] Specificity가 왜 꼴찌인가? (가설 — 아직 검증 안 됨이라고 분명히 말하기)</a:t>
            </a:r>
          </a:p>
          <a:p>
            <a:r>
              <a:t>→ 노이즈에서 출발해서 one-hot 조건만으로 방향을 잡기 때문에, 조건 신호가 약하면 perturbation들의 예측이 비슷한 '평균적인 perturbed 상태'로 모일 수 있다고 봅니다. 다음 단계에서 perturbation별 예측 평균 간 거리를 직접 확인해 볼 계획입니다.</a:t>
            </a:r>
          </a:p>
          <a:p>
            <a:r>
              <a:t>[예상 질문] R²가 1등인데 Accuracy는 왜 중간? → Accuracy는 RMSE·cos PCA·cos logFC·R² 4개의 평균 순위인데, RMSE·cos PCA·cos logFC가 4위라서 평균 3.25가 됩니다.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[멘트] ablation은 PRiMeFlow 변형 4개끼리만 순위를 매겼습니다(1~4위).</a:t>
            </a:r>
          </a:p>
          <a:p>
            <a:r>
              <a:t>첫째, gene embedding이 없는 U-Net은 모든 축에서 4위, 꼴찌입니다. 변형들 중 가장 큰 차이입니다.</a:t>
            </a:r>
          </a:p>
          <a:p>
            <a:r>
              <a:t>둘째, CFG weight를 1 → 3 → 5로 올리면 DEG recall 순위는 3 → 2 → 1로 좋아지지만, Distribution은 1 → 2 → 3으로 나빠지고 Specificity도 1.5 → 1.75 → 2.75로 나빠집니다.</a:t>
            </a:r>
          </a:p>
          <a:p>
            <a:r>
              <a:t>그래서 분포와 구별력을 지키는 CFG = 1.0을 메인 모델로 골랐습니다.</a:t>
            </a:r>
          </a:p>
          <a:p>
            <a:endParaRPr/>
          </a:p>
          <a:p>
            <a:r>
              <a:t>[예상 질문] Accuracy는 CFG=3이 1.5로 제일 좋은데? → 맞습니다. cos PCA·cos logFC는 CFG=3이 약간 높지만, RMSE·R²는 CFG=1이 더 좋고 차이도 큽니다(RMSE 0.066 vs 0.128). 다음 두 슬라이드에서 원값으로 보여드리겠습니다.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[멘트] gene embedding이 왜 이렇게 큰 차이를 냈는지입니다.</a:t>
            </a:r>
          </a:p>
          <a:p>
            <a:r>
              <a:t>Conv1d는 모든 위치에 같은 필터를 씁니다. 그런데 입력이 순수 노이즈에서 시작하니, 모델 입장에서는 지금 보고 있는 위치가 어떤 유전자인지 알 단서가 없습니다.</a:t>
            </a:r>
          </a:p>
          <a:p>
            <a:r>
              <a:t>그 결과 유전자마다 달라야 할 평균 발현이 비슷비슷하게 나왔습니다. 예측의 유전자별 평균의 표준편차가 0.13인데 실제는 0.57이었습니다.</a:t>
            </a:r>
          </a:p>
          <a:p>
            <a:r>
              <a:t>그래서 유전자마다 학습 가능한 16차원 ID 벡터를 입력 채널로 붙였습니다. 논문 Eq.3의 Emb(G)가 정확히 이 역할입니다.</a:t>
            </a:r>
          </a:p>
          <a:p>
            <a:r>
              <a:t>결과: RMSE 0.548 → 0.066, MMD PCA 14.76 → 0.867, cos PCA 0.135 → 0.618.</a:t>
            </a:r>
          </a:p>
          <a:p>
            <a:endParaRPr/>
          </a:p>
          <a:p>
            <a:r>
              <a:t>단, 깨끗한 ablation은 아닙니다. gene embedding run은 GPU 4장 DDP(유효 batch 512)로, 없는 run은 GPU 1장 batch 128로 학습했습니다. 그래서 개선을 전부 gene embedding 덕분이라고 단정할 수는 없고, 같은 설정으로 다시 돌리는 것이 다음 단계에 있습니다.</a:t>
            </a:r>
          </a:p>
          <a:p>
            <a:endParaRPr/>
          </a:p>
          <a:p>
            <a:r>
              <a:t>[예상 질문] MLP velocity field는 이 문제가 없나? → MLP의 Linear 층은 입력 위치(유전자)마다 다른 가중치를 가지므로 위치를 자연히 압니다. Conv1d의 weight sharing 때문에 U-Net에서만 생기는 문제입니다.</a:t>
            </a:r>
          </a:p>
          <a:p>
            <a:r>
              <a:t>[예상 질문] 왜 16차원? → 작은 값으로 먼저 시도해 효과가 바로 확인됐고, 차원 sweep은 아직 안 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[멘트] CFG weight에 따른 원값입니다. 같은 checkpoint(epoch 40)에서 guidance weight만 바꿔 평가했고, 재학습은 하지 않았습니다.</a:t>
            </a:r>
          </a:p>
          <a:p>
            <a:r>
              <a:t>w를 1 → 3 → 5로 올리면 top-k recall은 0.188 → 0.349 → 0.358로 좋아집니다. 핵심 DEG를 더 많이 찾습니다.</a:t>
            </a:r>
          </a:p>
          <a:p>
            <a:r>
              <a:t>대신 MMD PCA는 0.867 → 3.03 → 6.08로 크게 나빠지고, RMSE rank(구별력)도 0.086 → 0.315 → 0.388로, RMSE도 0.066 → 0.197로 나빠집니다.</a:t>
            </a:r>
          </a:p>
          <a:p>
            <a:r>
              <a:t>해석: guidance가 perturbation 효과를 과장해서 '변하는 유전자'는 뚜렷해지지만, 예측 세포 집단은 실제 분포에서 멀어집니다. diffusion 모델에서 알려진 fidelity ↑ / diversity ↓ trade-off와 같은 방향입니다.</a:t>
            </a:r>
          </a:p>
          <a:p>
            <a:r>
              <a:t>그래서 메인 모델은 CFG = 1.0입니다.</a:t>
            </a:r>
          </a:p>
          <a:p>
            <a:endParaRPr/>
          </a:p>
          <a:p>
            <a:r>
              <a:t>[예상 질문] CFG를 올리면 조건이 강해지니 Specificity는 좋아져야 하지 않나? → 직관과 반대로 나빠졌습니다. 가설(미검증): guidance가 각 perturbation 고유 방향보다 '모든 perturbation 공통의 변화 방향'을 더 키워서, 예측들이 오히려 서로 비슷해졌을 수 있습니다.</a:t>
            </a:r>
          </a:p>
          <a:p>
            <a:r>
              <a:t>[예상 질문] CFG를 test 결과를 보고 고른 건가? → 이번에는 test split 결과로 비교했습니다. 엄밀하게는 validation에서 골라야 하므로 다음 단계에서 validation 기준으로 다시 고르겠습니다.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[멘트] 부록: 메인 비교 7개 모델의 10개 지표 원값입니다. 숫자는 원값, 색은 그 지표에서의 순위(진할수록 좋음)입니다.</a:t>
            </a:r>
          </a:p>
          <a:p>
            <a:r>
              <a:t>질문이 나오면 이 슬라이드로 원값을 바로 확인할 수 있습니다.</a:t>
            </a:r>
          </a:p>
          <a:p>
            <a:r>
              <a:t>- rank 지표(Specificity)는 0에 가까울수록 좋습니다.</a:t>
            </a:r>
          </a:p>
          <a:p>
            <a:r>
              <a:t>- top-k recall에서 Latent_additive와 Biolord는 같은 값(0.000435)이라 둘 다 5.5위입니다.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B79FA25D-8B5C-4238-AE21-6A98DCD0935B}"/>
              </a:ext>
            </a:extLst>
          </p:cNvPr>
          <p:cNvPicPr>
            <a:picLocks noChangeAspect="1"/>
          </p:cNvPicPr>
          <p:nvPr userDrawn="1"/>
        </p:nvPicPr>
        <p:blipFill rotWithShape="1">
          <a:blip r:embed="rId2">
            <a:clrChange>
              <a:clrFrom>
                <a:srgbClr val="FFFFFF"/>
              </a:clrFrom>
              <a:clrTo>
                <a:srgbClr val="FFFFFF">
                  <a:alpha val="0"/>
                </a:srgbClr>
              </a:clrTo>
            </a:clrChange>
          </a:blip>
          <a:srcRect t="27778" b="52222"/>
          <a:stretch/>
        </p:blipFill>
        <p:spPr>
          <a:xfrm>
            <a:off x="10357036" y="1277004"/>
            <a:ext cx="1774034" cy="587560"/>
          </a:xfrm>
          <a:prstGeom prst="rect">
            <a:avLst/>
          </a:prstGeom>
        </p:spPr>
      </p:pic>
      <p:pic>
        <p:nvPicPr>
          <p:cNvPr id="8" name="그림 7">
            <a:extLst>
              <a:ext uri="{FF2B5EF4-FFF2-40B4-BE49-F238E27FC236}">
                <a16:creationId xmlns:a16="http://schemas.microsoft.com/office/drawing/2014/main" id="{B19D6E60-32D8-44AE-AB0F-283CEDA48E8B}"/>
              </a:ext>
            </a:extLst>
          </p:cNvPr>
          <p:cNvPicPr>
            <a:picLocks noChangeAspect="1"/>
          </p:cNvPicPr>
          <p:nvPr userDrawn="1"/>
        </p:nvPicPr>
        <p:blipFill>
          <a:blip r:embed="rId3"/>
          <a:stretch>
            <a:fillRect/>
          </a:stretch>
        </p:blipFill>
        <p:spPr>
          <a:xfrm>
            <a:off x="0" y="3096442"/>
            <a:ext cx="3773751" cy="3761558"/>
          </a:xfrm>
          <a:prstGeom prst="rect">
            <a:avLst/>
          </a:prstGeom>
        </p:spPr>
      </p:pic>
      <p:grpSp>
        <p:nvGrpSpPr>
          <p:cNvPr id="9" name="그룹 8">
            <a:extLst>
              <a:ext uri="{FF2B5EF4-FFF2-40B4-BE49-F238E27FC236}">
                <a16:creationId xmlns:a16="http://schemas.microsoft.com/office/drawing/2014/main" id="{682DB167-13A5-43F3-B36B-0CDE410A275D}"/>
              </a:ext>
            </a:extLst>
          </p:cNvPr>
          <p:cNvGrpSpPr/>
          <p:nvPr userDrawn="1"/>
        </p:nvGrpSpPr>
        <p:grpSpPr>
          <a:xfrm>
            <a:off x="0" y="1990197"/>
            <a:ext cx="12192000" cy="576001"/>
            <a:chOff x="0" y="962489"/>
            <a:chExt cx="12192000" cy="576001"/>
          </a:xfrm>
        </p:grpSpPr>
        <p:sp>
          <p:nvSpPr>
            <p:cNvPr id="10" name="직사각형 9">
              <a:extLst>
                <a:ext uri="{FF2B5EF4-FFF2-40B4-BE49-F238E27FC236}">
                  <a16:creationId xmlns:a16="http://schemas.microsoft.com/office/drawing/2014/main" id="{224E74AD-1AA5-46BB-8322-9C7EDC995083}"/>
                </a:ext>
              </a:extLst>
            </p:cNvPr>
            <p:cNvSpPr/>
            <p:nvPr/>
          </p:nvSpPr>
          <p:spPr>
            <a:xfrm>
              <a:off x="0" y="962489"/>
              <a:ext cx="12192000" cy="576000"/>
            </a:xfrm>
            <a:prstGeom prst="rect">
              <a:avLst/>
            </a:prstGeom>
            <a:solidFill>
              <a:srgbClr val="B6AD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순서도: 수동 입력 10">
              <a:extLst>
                <a:ext uri="{FF2B5EF4-FFF2-40B4-BE49-F238E27FC236}">
                  <a16:creationId xmlns:a16="http://schemas.microsoft.com/office/drawing/2014/main" id="{DC116A19-34FD-4A81-83B2-F8FA913E77AB}"/>
                </a:ext>
              </a:extLst>
            </p:cNvPr>
            <p:cNvSpPr/>
            <p:nvPr/>
          </p:nvSpPr>
          <p:spPr>
            <a:xfrm rot="16200000">
              <a:off x="8142259" y="-2511250"/>
              <a:ext cx="576000" cy="7523480"/>
            </a:xfrm>
            <a:prstGeom prst="flowChartManualInput">
              <a:avLst/>
            </a:prstGeom>
            <a:solidFill>
              <a:srgbClr val="CB60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사다리꼴 11">
              <a:extLst>
                <a:ext uri="{FF2B5EF4-FFF2-40B4-BE49-F238E27FC236}">
                  <a16:creationId xmlns:a16="http://schemas.microsoft.com/office/drawing/2014/main" id="{E5F1B31D-F11D-4599-AB72-F88D5E6D8BEF}"/>
                </a:ext>
              </a:extLst>
            </p:cNvPr>
            <p:cNvSpPr/>
            <p:nvPr/>
          </p:nvSpPr>
          <p:spPr>
            <a:xfrm flipV="1">
              <a:off x="2971800" y="962489"/>
              <a:ext cx="5898569" cy="576000"/>
            </a:xfrm>
            <a:prstGeom prst="trapezoid">
              <a:avLst>
                <a:gd name="adj" fmla="val 461893"/>
              </a:avLst>
            </a:prstGeom>
            <a:solidFill>
              <a:srgbClr val="CB60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사다리꼴 12">
              <a:extLst>
                <a:ext uri="{FF2B5EF4-FFF2-40B4-BE49-F238E27FC236}">
                  <a16:creationId xmlns:a16="http://schemas.microsoft.com/office/drawing/2014/main" id="{BB9E0AE0-0E32-4556-AC35-EC5B3E2B613C}"/>
                </a:ext>
              </a:extLst>
            </p:cNvPr>
            <p:cNvSpPr/>
            <p:nvPr/>
          </p:nvSpPr>
          <p:spPr>
            <a:xfrm flipV="1">
              <a:off x="1874190" y="962489"/>
              <a:ext cx="7645400" cy="576000"/>
            </a:xfrm>
            <a:prstGeom prst="trapezoid">
              <a:avLst>
                <a:gd name="adj" fmla="val 199026"/>
              </a:avLst>
            </a:prstGeom>
            <a:solidFill>
              <a:schemeClr val="bg2">
                <a:lumMod val="2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7" name="제목 16">
            <a:extLst>
              <a:ext uri="{FF2B5EF4-FFF2-40B4-BE49-F238E27FC236}">
                <a16:creationId xmlns:a16="http://schemas.microsoft.com/office/drawing/2014/main" id="{A498E85F-C449-490F-9B34-690FE3CFE30A}"/>
              </a:ext>
            </a:extLst>
          </p:cNvPr>
          <p:cNvSpPr>
            <a:spLocks noGrp="1"/>
          </p:cNvSpPr>
          <p:nvPr>
            <p:ph type="title"/>
          </p:nvPr>
        </p:nvSpPr>
        <p:spPr>
          <a:xfrm>
            <a:off x="3773751" y="2712149"/>
            <a:ext cx="8357319" cy="1080000"/>
          </a:xfrm>
        </p:spPr>
        <p:txBody>
          <a:bodyPr/>
          <a:lstStyle>
            <a:lvl1pPr algn="r">
              <a:lnSpc>
                <a:spcPct val="100000"/>
              </a:lnSpc>
              <a:defRPr b="1">
                <a:effectLst>
                  <a:outerShdw blurRad="38100" dist="38100" dir="2700000" algn="tl">
                    <a:srgbClr val="000000">
                      <a:alpha val="43137"/>
                    </a:srgbClr>
                  </a:outerShdw>
                </a:effectLst>
                <a:latin typeface="Arial" panose="020B0604020202020204" pitchFamily="34" charset="0"/>
                <a:cs typeface="Arial" panose="020B0604020202020204" pitchFamily="34" charset="0"/>
              </a:defRPr>
            </a:lvl1pPr>
          </a:lstStyle>
          <a:p>
            <a:r>
              <a:rPr lang="ko-KR" altLang="en-US"/>
              <a:t>마스터 제목 스타일 편집</a:t>
            </a:r>
          </a:p>
        </p:txBody>
      </p:sp>
      <p:sp>
        <p:nvSpPr>
          <p:cNvPr id="20" name="텍스트 개체 틀 2">
            <a:extLst>
              <a:ext uri="{FF2B5EF4-FFF2-40B4-BE49-F238E27FC236}">
                <a16:creationId xmlns:a16="http://schemas.microsoft.com/office/drawing/2014/main" id="{0A232D14-8ECF-4239-A4C6-8F9A883B5A35}"/>
              </a:ext>
            </a:extLst>
          </p:cNvPr>
          <p:cNvSpPr>
            <a:spLocks noGrp="1"/>
          </p:cNvSpPr>
          <p:nvPr>
            <p:ph type="body" idx="1"/>
          </p:nvPr>
        </p:nvSpPr>
        <p:spPr>
          <a:xfrm>
            <a:off x="6096000" y="4417357"/>
            <a:ext cx="6035070" cy="449284"/>
          </a:xfrm>
        </p:spPr>
        <p:txBody>
          <a:bodyPr anchor="ctr">
            <a:normAutofit/>
          </a:bodyPr>
          <a:lstStyle>
            <a:lvl1pPr marL="0" indent="0" algn="r">
              <a:lnSpc>
                <a:spcPct val="100000"/>
              </a:lnSpc>
              <a:buNone/>
              <a:defRPr sz="1800" b="0" i="1">
                <a:solidFill>
                  <a:schemeClr val="bg1">
                    <a:lumMod val="50000"/>
                  </a:schemeClr>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21" name="텍스트 개체 틀 2">
            <a:extLst>
              <a:ext uri="{FF2B5EF4-FFF2-40B4-BE49-F238E27FC236}">
                <a16:creationId xmlns:a16="http://schemas.microsoft.com/office/drawing/2014/main" id="{DFB987D4-36CD-43A5-ADE3-CF13E180A857}"/>
              </a:ext>
            </a:extLst>
          </p:cNvPr>
          <p:cNvSpPr>
            <a:spLocks noGrp="1"/>
          </p:cNvSpPr>
          <p:nvPr>
            <p:ph type="body" idx="10"/>
          </p:nvPr>
        </p:nvSpPr>
        <p:spPr>
          <a:xfrm>
            <a:off x="8971280" y="5580996"/>
            <a:ext cx="2890550" cy="728921"/>
          </a:xfrm>
        </p:spPr>
        <p:txBody>
          <a:bodyPr anchor="ctr">
            <a:normAutofit/>
          </a:bodyPr>
          <a:lstStyle>
            <a:lvl1pPr marL="0" indent="0" algn="r">
              <a:lnSpc>
                <a:spcPct val="100000"/>
              </a:lnSpc>
              <a:spcBef>
                <a:spcPts val="600"/>
              </a:spcBef>
              <a:buNone/>
              <a:defRPr sz="1600" b="0" i="0">
                <a:solidFill>
                  <a:schemeClr val="tx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Tree>
    <p:extLst>
      <p:ext uri="{BB962C8B-B14F-4D97-AF65-F5344CB8AC3E}">
        <p14:creationId xmlns:p14="http://schemas.microsoft.com/office/powerpoint/2010/main" val="797410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370AFB8-7DBA-4DDA-8F76-FBDA8454F705}"/>
              </a:ext>
            </a:extLst>
          </p:cNvPr>
          <p:cNvSpPr>
            <a:spLocks noGrp="1"/>
          </p:cNvSpPr>
          <p:nvPr>
            <p:ph type="title"/>
          </p:nvPr>
        </p:nvSpPr>
        <p:spPr>
          <a:xfrm>
            <a:off x="640080" y="0"/>
            <a:ext cx="10495280" cy="532765"/>
          </a:xfrm>
        </p:spPr>
        <p:txBody>
          <a:bodyPr>
            <a:normAutofit/>
          </a:bodyPr>
          <a:lstStyle>
            <a:lvl1pPr>
              <a:lnSpc>
                <a:spcPct val="100000"/>
              </a:lnSpc>
              <a:defRPr sz="2800" b="1">
                <a:latin typeface="Arial" panose="020B0604020202020204" pitchFamily="34" charset="0"/>
                <a:cs typeface="Arial" panose="020B0604020202020204" pitchFamily="34" charset="0"/>
              </a:defRPr>
            </a:lvl1pPr>
          </a:lstStyle>
          <a:p>
            <a:r>
              <a:rPr lang="ko-KR" altLang="en-US"/>
              <a:t>마스터 제목 스타일 편집</a:t>
            </a:r>
          </a:p>
        </p:txBody>
      </p:sp>
      <p:sp>
        <p:nvSpPr>
          <p:cNvPr id="3" name="내용 개체 틀 2">
            <a:extLst>
              <a:ext uri="{FF2B5EF4-FFF2-40B4-BE49-F238E27FC236}">
                <a16:creationId xmlns:a16="http://schemas.microsoft.com/office/drawing/2014/main" id="{791BC196-9C0F-46AD-84B3-3153865C7B28}"/>
              </a:ext>
            </a:extLst>
          </p:cNvPr>
          <p:cNvSpPr>
            <a:spLocks noGrp="1"/>
          </p:cNvSpPr>
          <p:nvPr>
            <p:ph idx="1"/>
          </p:nvPr>
        </p:nvSpPr>
        <p:spPr>
          <a:xfrm>
            <a:off x="640080" y="873760"/>
            <a:ext cx="11211560" cy="5288280"/>
          </a:xfrm>
        </p:spPr>
        <p:txBody>
          <a:bodyPr>
            <a:normAutofit/>
          </a:bodyPr>
          <a:lstStyle>
            <a:lvl1pPr marL="228600" indent="-228600" latinLnBrk="0">
              <a:buFont typeface="Wingdings" panose="05000000000000000000" pitchFamily="2" charset="2"/>
              <a:buChar char="§"/>
              <a:defRPr sz="2400">
                <a:latin typeface="Arial" panose="020B0604020202020204" pitchFamily="34" charset="0"/>
                <a:cs typeface="Arial" panose="020B0604020202020204" pitchFamily="34" charset="0"/>
              </a:defRPr>
            </a:lvl1pPr>
            <a:lvl2pPr marL="685800" indent="-228600" latinLnBrk="0">
              <a:buFont typeface="Arial" panose="020B0604020202020204" pitchFamily="34" charset="0"/>
              <a:buChar char="-"/>
              <a:defRPr sz="2000">
                <a:latin typeface="Arial" panose="020B0604020202020204" pitchFamily="34" charset="0"/>
                <a:cs typeface="Arial" panose="020B0604020202020204" pitchFamily="34" charset="0"/>
              </a:defRPr>
            </a:lvl2pPr>
            <a:lvl3pPr latinLnBrk="0">
              <a:defRPr sz="1800">
                <a:latin typeface="Arial" panose="020B0604020202020204" pitchFamily="34" charset="0"/>
                <a:cs typeface="Arial" panose="020B0604020202020204" pitchFamily="34" charset="0"/>
              </a:defRPr>
            </a:lvl3pPr>
            <a:lvl4pPr latinLnBrk="0">
              <a:defRPr sz="1600">
                <a:latin typeface="Arial" panose="020B0604020202020204" pitchFamily="34" charset="0"/>
                <a:cs typeface="Arial" panose="020B0604020202020204" pitchFamily="34" charset="0"/>
              </a:defRPr>
            </a:lvl4pPr>
            <a:lvl5pPr latinLnBrk="0">
              <a:defRPr sz="1600">
                <a:latin typeface="Arial" panose="020B0604020202020204" pitchFamily="34" charset="0"/>
                <a:cs typeface="Arial" panose="020B0604020202020204" pitchFamily="34" charset="0"/>
              </a:defRPr>
            </a:lvl5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바닥글 개체 틀 4">
            <a:extLst>
              <a:ext uri="{FF2B5EF4-FFF2-40B4-BE49-F238E27FC236}">
                <a16:creationId xmlns:a16="http://schemas.microsoft.com/office/drawing/2014/main" id="{7AB1481C-3078-46F6-8804-0E32A640ADF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7775F29-7F17-4513-8BEB-F729820F52CE}"/>
              </a:ext>
            </a:extLst>
          </p:cNvPr>
          <p:cNvSpPr>
            <a:spLocks noGrp="1"/>
          </p:cNvSpPr>
          <p:nvPr>
            <p:ph type="sldNum" sz="quarter" idx="12"/>
          </p:nvPr>
        </p:nvSpPr>
        <p:spPr>
          <a:xfrm>
            <a:off x="11394440" y="167640"/>
            <a:ext cx="680720" cy="365125"/>
          </a:xfrm>
        </p:spPr>
        <p:txBody>
          <a:bodyPr/>
          <a:lstStyle/>
          <a:p>
            <a:fld id="{270A37BF-2F50-41DA-93AE-68AB3A5DB358}" type="slidenum">
              <a:rPr lang="ko-KR" altLang="en-US" smtClean="0"/>
              <a:t>‹#›</a:t>
            </a:fld>
            <a:endParaRPr lang="ko-KR" altLang="en-US"/>
          </a:p>
        </p:txBody>
      </p:sp>
      <p:pic>
        <p:nvPicPr>
          <p:cNvPr id="17" name="그림 16">
            <a:extLst>
              <a:ext uri="{FF2B5EF4-FFF2-40B4-BE49-F238E27FC236}">
                <a16:creationId xmlns:a16="http://schemas.microsoft.com/office/drawing/2014/main" id="{DD0DA928-59F6-425F-ACD7-D0A2218A4EE6}"/>
              </a:ext>
            </a:extLst>
          </p:cNvPr>
          <p:cNvPicPr>
            <a:picLocks noChangeAspect="1"/>
          </p:cNvPicPr>
          <p:nvPr userDrawn="1"/>
        </p:nvPicPr>
        <p:blipFill>
          <a:blip r:embed="rId2"/>
          <a:stretch>
            <a:fillRect/>
          </a:stretch>
        </p:blipFill>
        <p:spPr>
          <a:xfrm>
            <a:off x="0" y="0"/>
            <a:ext cx="640080" cy="532765"/>
          </a:xfrm>
          <a:prstGeom prst="rect">
            <a:avLst/>
          </a:prstGeom>
        </p:spPr>
      </p:pic>
      <p:pic>
        <p:nvPicPr>
          <p:cNvPr id="18" name="그림 17">
            <a:extLst>
              <a:ext uri="{FF2B5EF4-FFF2-40B4-BE49-F238E27FC236}">
                <a16:creationId xmlns:a16="http://schemas.microsoft.com/office/drawing/2014/main" id="{FC0ED519-8B83-451F-BD81-AD60B059890C}"/>
              </a:ext>
            </a:extLst>
          </p:cNvPr>
          <p:cNvPicPr>
            <a:picLocks noChangeAspect="1"/>
          </p:cNvPicPr>
          <p:nvPr userDrawn="1"/>
        </p:nvPicPr>
        <p:blipFill>
          <a:blip r:embed="rId3">
            <a:clrChange>
              <a:clrFrom>
                <a:srgbClr val="FFFFFF"/>
              </a:clrFrom>
              <a:clrTo>
                <a:srgbClr val="FFFFFF">
                  <a:alpha val="0"/>
                </a:srgbClr>
              </a:clrTo>
            </a:clrChange>
          </a:blip>
          <a:stretch>
            <a:fillRect/>
          </a:stretch>
        </p:blipFill>
        <p:spPr>
          <a:xfrm>
            <a:off x="10662920" y="6281327"/>
            <a:ext cx="1412240" cy="440148"/>
          </a:xfrm>
          <a:prstGeom prst="rect">
            <a:avLst/>
          </a:prstGeom>
        </p:spPr>
      </p:pic>
    </p:spTree>
    <p:extLst>
      <p:ext uri="{BB962C8B-B14F-4D97-AF65-F5344CB8AC3E}">
        <p14:creationId xmlns:p14="http://schemas.microsoft.com/office/powerpoint/2010/main" val="243406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BEECB6-90F9-406D-9D2D-80F1EBBE19B1}"/>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766E5B90-7D58-4F9F-95F1-BF81EB264D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45DE1CC4-250B-44C6-AE04-C50AA56CC217}"/>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8F88EF33-34F1-45AD-B9C7-323DC75C6CB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7DBEACA-BE5D-4F3F-86F4-1411E8D1B52D}"/>
              </a:ext>
            </a:extLst>
          </p:cNvPr>
          <p:cNvSpPr>
            <a:spLocks noGrp="1"/>
          </p:cNvSpPr>
          <p:nvPr>
            <p:ph type="sldNum" sz="quarter" idx="12"/>
          </p:nvPr>
        </p:nvSpPr>
        <p:spPr/>
        <p:txBody>
          <a:bodyPr/>
          <a:lstStyle/>
          <a:p>
            <a:fld id="{270A37BF-2F50-41DA-93AE-68AB3A5DB358}" type="slidenum">
              <a:rPr lang="ko-KR" altLang="en-US" smtClean="0"/>
              <a:t>‹#›</a:t>
            </a:fld>
            <a:endParaRPr lang="ko-KR" altLang="en-US"/>
          </a:p>
        </p:txBody>
      </p:sp>
    </p:spTree>
    <p:extLst>
      <p:ext uri="{BB962C8B-B14F-4D97-AF65-F5344CB8AC3E}">
        <p14:creationId xmlns:p14="http://schemas.microsoft.com/office/powerpoint/2010/main" val="1592027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3983951-CB07-423F-BEF9-B652AC00B27E}"/>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D5FF351-7FA0-4AF0-99FA-60991829EF5F}"/>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BE38FF4A-9993-4129-B7FB-386221CBF65A}"/>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DDAE291B-AB10-4681-80E0-DF5D01B390BE}"/>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31F8802-AF22-4ECE-B826-6C8EE5FFE92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4678960-B8D6-44D3-A9A0-4639BC714941}"/>
              </a:ext>
            </a:extLst>
          </p:cNvPr>
          <p:cNvSpPr>
            <a:spLocks noGrp="1"/>
          </p:cNvSpPr>
          <p:nvPr>
            <p:ph type="sldNum" sz="quarter" idx="12"/>
          </p:nvPr>
        </p:nvSpPr>
        <p:spPr/>
        <p:txBody>
          <a:bodyPr/>
          <a:lstStyle/>
          <a:p>
            <a:fld id="{270A37BF-2F50-41DA-93AE-68AB3A5DB358}" type="slidenum">
              <a:rPr lang="ko-KR" altLang="en-US" smtClean="0"/>
              <a:t>‹#›</a:t>
            </a:fld>
            <a:endParaRPr lang="ko-KR" altLang="en-US"/>
          </a:p>
        </p:txBody>
      </p:sp>
    </p:spTree>
    <p:extLst>
      <p:ext uri="{BB962C8B-B14F-4D97-AF65-F5344CB8AC3E}">
        <p14:creationId xmlns:p14="http://schemas.microsoft.com/office/powerpoint/2010/main" val="42943009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BC2F304-4C96-47F9-88C7-42AA27B10C55}"/>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476C2429-FFBD-4AAA-A75F-1DD5CCFE56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6C69FE88-4CBE-4250-9AD5-467711BC4028}"/>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B1EE45A9-B2A2-4480-B16A-3561F4FA93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1D665AE3-E2D2-43A5-8D77-E6E4552250D7}"/>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E772C75A-9A7F-43C7-B2C2-58B3ECCC4ECE}"/>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4F01DE34-069B-4E6D-8DBC-281A3F1274D9}"/>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BCF87894-DF56-4686-9736-FBEB29AFF0EE}"/>
              </a:ext>
            </a:extLst>
          </p:cNvPr>
          <p:cNvSpPr>
            <a:spLocks noGrp="1"/>
          </p:cNvSpPr>
          <p:nvPr>
            <p:ph type="sldNum" sz="quarter" idx="12"/>
          </p:nvPr>
        </p:nvSpPr>
        <p:spPr/>
        <p:txBody>
          <a:bodyPr/>
          <a:lstStyle/>
          <a:p>
            <a:fld id="{270A37BF-2F50-41DA-93AE-68AB3A5DB358}" type="slidenum">
              <a:rPr lang="ko-KR" altLang="en-US" smtClean="0"/>
              <a:t>‹#›</a:t>
            </a:fld>
            <a:endParaRPr lang="ko-KR" altLang="en-US"/>
          </a:p>
        </p:txBody>
      </p:sp>
    </p:spTree>
    <p:extLst>
      <p:ext uri="{BB962C8B-B14F-4D97-AF65-F5344CB8AC3E}">
        <p14:creationId xmlns:p14="http://schemas.microsoft.com/office/powerpoint/2010/main" val="90978987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4C3D95-99A3-40F7-BEF5-F09EF16EE77C}"/>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EA0D1E87-6DD0-44FE-A3A4-85B20762786F}"/>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F69B7BC8-E75D-4929-BD76-2D5548D90F80}"/>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09FB8BC1-7577-4521-8B76-2EFD1E31A236}"/>
              </a:ext>
            </a:extLst>
          </p:cNvPr>
          <p:cNvSpPr>
            <a:spLocks noGrp="1"/>
          </p:cNvSpPr>
          <p:nvPr>
            <p:ph type="sldNum" sz="quarter" idx="12"/>
          </p:nvPr>
        </p:nvSpPr>
        <p:spPr/>
        <p:txBody>
          <a:bodyPr/>
          <a:lstStyle/>
          <a:p>
            <a:fld id="{270A37BF-2F50-41DA-93AE-68AB3A5DB358}" type="slidenum">
              <a:rPr lang="ko-KR" altLang="en-US" smtClean="0"/>
              <a:t>‹#›</a:t>
            </a:fld>
            <a:endParaRPr lang="ko-KR" altLang="en-US"/>
          </a:p>
        </p:txBody>
      </p:sp>
    </p:spTree>
    <p:extLst>
      <p:ext uri="{BB962C8B-B14F-4D97-AF65-F5344CB8AC3E}">
        <p14:creationId xmlns:p14="http://schemas.microsoft.com/office/powerpoint/2010/main" val="12508921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빈 화면">
    <p:bg>
      <p:bgRef idx="1001">
        <a:schemeClr val="bg1"/>
      </p:bgRef>
    </p:bg>
    <p:spTree>
      <p:nvGrpSpPr>
        <p:cNvPr id="1" name=""/>
        <p:cNvGrpSpPr/>
        <p:nvPr/>
      </p:nvGrpSpPr>
      <p:grpSpPr>
        <a:xfrm>
          <a:off x="0" y="0"/>
          <a:ext cx="0" cy="0"/>
          <a:chOff x="0" y="0"/>
          <a:chExt cx="0" cy="0"/>
        </a:xfrm>
      </p:grpSpPr>
      <p:sp>
        <p:nvSpPr>
          <p:cNvPr id="10" name="제목 16">
            <a:extLst>
              <a:ext uri="{FF2B5EF4-FFF2-40B4-BE49-F238E27FC236}">
                <a16:creationId xmlns:a16="http://schemas.microsoft.com/office/drawing/2014/main" id="{BAE210F7-EA68-474C-840D-B96FA3DDA885}"/>
              </a:ext>
            </a:extLst>
          </p:cNvPr>
          <p:cNvSpPr>
            <a:spLocks noGrp="1"/>
          </p:cNvSpPr>
          <p:nvPr>
            <p:ph type="title"/>
          </p:nvPr>
        </p:nvSpPr>
        <p:spPr>
          <a:xfrm>
            <a:off x="3773751" y="2349000"/>
            <a:ext cx="7853099" cy="1080000"/>
          </a:xfrm>
        </p:spPr>
        <p:txBody>
          <a:bodyPr/>
          <a:lstStyle>
            <a:lvl1pPr algn="r">
              <a:lnSpc>
                <a:spcPct val="100000"/>
              </a:lnSpc>
              <a:defRPr b="1">
                <a:solidFill>
                  <a:srgbClr val="ED8B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lvl1pPr>
          </a:lstStyle>
          <a:p>
            <a:r>
              <a:rPr lang="ko-KR" altLang="en-US"/>
              <a:t>마스터 제목 스타일 편집</a:t>
            </a:r>
          </a:p>
        </p:txBody>
      </p:sp>
      <p:pic>
        <p:nvPicPr>
          <p:cNvPr id="4" name="그림 3">
            <a:extLst>
              <a:ext uri="{FF2B5EF4-FFF2-40B4-BE49-F238E27FC236}">
                <a16:creationId xmlns:a16="http://schemas.microsoft.com/office/drawing/2014/main" id="{37E2D7E8-F133-B84E-1A53-3018F2652E0A}"/>
              </a:ext>
            </a:extLst>
          </p:cNvPr>
          <p:cNvPicPr>
            <a:picLocks noChangeAspect="1"/>
          </p:cNvPicPr>
          <p:nvPr userDrawn="1"/>
        </p:nvPicPr>
        <p:blipFill>
          <a:blip r:embed="rId2">
            <a:clrChange>
              <a:clrFrom>
                <a:srgbClr val="FFFFFF"/>
              </a:clrFrom>
              <a:clrTo>
                <a:srgbClr val="FFFFFF">
                  <a:alpha val="0"/>
                </a:srgbClr>
              </a:clrTo>
            </a:clrChange>
          </a:blip>
          <a:stretch>
            <a:fillRect/>
          </a:stretch>
        </p:blipFill>
        <p:spPr>
          <a:xfrm>
            <a:off x="10662920" y="6281327"/>
            <a:ext cx="1412240" cy="440148"/>
          </a:xfrm>
          <a:prstGeom prst="rect">
            <a:avLst/>
          </a:prstGeom>
        </p:spPr>
      </p:pic>
      <p:pic>
        <p:nvPicPr>
          <p:cNvPr id="6" name="그림 5">
            <a:extLst>
              <a:ext uri="{FF2B5EF4-FFF2-40B4-BE49-F238E27FC236}">
                <a16:creationId xmlns:a16="http://schemas.microsoft.com/office/drawing/2014/main" id="{85A90E77-B4B0-9F5F-5A3A-E575CDA1D085}"/>
              </a:ext>
            </a:extLst>
          </p:cNvPr>
          <p:cNvPicPr>
            <a:picLocks noChangeAspect="1"/>
          </p:cNvPicPr>
          <p:nvPr userDrawn="1"/>
        </p:nvPicPr>
        <p:blipFill>
          <a:blip r:embed="rId3">
            <a:extLst>
              <a:ext uri="{BEBA8EAE-BF5A-486C-A8C5-ECC9F3942E4B}">
                <a14:imgProps xmlns:a14="http://schemas.microsoft.com/office/drawing/2010/main">
                  <a14:imgLayer r:embed="rId4">
                    <a14:imgEffect>
                      <a14:sharpenSoften amount="50000"/>
                    </a14:imgEffect>
                    <a14:imgEffect>
                      <a14:colorTemperature colorTemp="11200"/>
                    </a14:imgEffect>
                    <a14:imgEffect>
                      <a14:saturation sat="400000"/>
                    </a14:imgEffect>
                  </a14:imgLayer>
                </a14:imgProps>
              </a:ext>
            </a:extLst>
          </a:blip>
          <a:stretch>
            <a:fillRect/>
          </a:stretch>
        </p:blipFill>
        <p:spPr>
          <a:xfrm>
            <a:off x="0" y="3096442"/>
            <a:ext cx="3773751" cy="3761558"/>
          </a:xfrm>
          <a:prstGeom prst="rect">
            <a:avLst/>
          </a:prstGeom>
        </p:spPr>
      </p:pic>
    </p:spTree>
    <p:extLst>
      <p:ext uri="{BB962C8B-B14F-4D97-AF65-F5344CB8AC3E}">
        <p14:creationId xmlns:p14="http://schemas.microsoft.com/office/powerpoint/2010/main" val="174095315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빈 화면">
    <p:bg>
      <p:bgPr>
        <a:solidFill>
          <a:srgbClr val="968C83">
            <a:alpha val="20000"/>
          </a:srgbClr>
        </a:solidFill>
        <a:effectLst/>
      </p:bgPr>
    </p:bg>
    <p:spTree>
      <p:nvGrpSpPr>
        <p:cNvPr id="1" name=""/>
        <p:cNvGrpSpPr/>
        <p:nvPr/>
      </p:nvGrpSpPr>
      <p:grpSpPr>
        <a:xfrm>
          <a:off x="0" y="0"/>
          <a:ext cx="0" cy="0"/>
          <a:chOff x="0" y="0"/>
          <a:chExt cx="0" cy="0"/>
        </a:xfrm>
      </p:grpSpPr>
      <p:sp>
        <p:nvSpPr>
          <p:cNvPr id="10" name="제목 16">
            <a:extLst>
              <a:ext uri="{FF2B5EF4-FFF2-40B4-BE49-F238E27FC236}">
                <a16:creationId xmlns:a16="http://schemas.microsoft.com/office/drawing/2014/main" id="{BAE210F7-EA68-474C-840D-B96FA3DDA885}"/>
              </a:ext>
            </a:extLst>
          </p:cNvPr>
          <p:cNvSpPr>
            <a:spLocks noGrp="1"/>
          </p:cNvSpPr>
          <p:nvPr>
            <p:ph type="title"/>
          </p:nvPr>
        </p:nvSpPr>
        <p:spPr>
          <a:xfrm>
            <a:off x="3773751" y="2712149"/>
            <a:ext cx="7853099" cy="1080000"/>
          </a:xfrm>
        </p:spPr>
        <p:txBody>
          <a:bodyPr/>
          <a:lstStyle>
            <a:lvl1pPr algn="r">
              <a:lnSpc>
                <a:spcPct val="100000"/>
              </a:lnSpc>
              <a:defRPr b="1">
                <a:solidFill>
                  <a:srgbClr val="ED8B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lvl1pPr>
          </a:lstStyle>
          <a:p>
            <a:r>
              <a:rPr lang="ko-KR" altLang="en-US"/>
              <a:t>마스터 제목 스타일 편집</a:t>
            </a:r>
          </a:p>
        </p:txBody>
      </p:sp>
      <p:pic>
        <p:nvPicPr>
          <p:cNvPr id="11" name="그림 10">
            <a:extLst>
              <a:ext uri="{FF2B5EF4-FFF2-40B4-BE49-F238E27FC236}">
                <a16:creationId xmlns:a16="http://schemas.microsoft.com/office/drawing/2014/main" id="{B43BB6FD-239A-4A17-8D65-849776529528}"/>
              </a:ext>
            </a:extLst>
          </p:cNvPr>
          <p:cNvPicPr>
            <a:picLocks noChangeAspect="1"/>
          </p:cNvPicPr>
          <p:nvPr userDrawn="1"/>
        </p:nvPicPr>
        <p:blipFill>
          <a:blip r:embed="rId2">
            <a:extLst>
              <a:ext uri="{BEBA8EAE-BF5A-486C-A8C5-ECC9F3942E4B}">
                <a14:imgProps xmlns:a14="http://schemas.microsoft.com/office/drawing/2010/main">
                  <a14:imgLayer r:embed="rId3">
                    <a14:imgEffect>
                      <a14:colorTemperature colorTemp="11200"/>
                    </a14:imgEffect>
                    <a14:imgEffect>
                      <a14:saturation sat="400000"/>
                    </a14:imgEffect>
                  </a14:imgLayer>
                </a14:imgProps>
              </a:ext>
            </a:extLst>
          </a:blip>
          <a:stretch>
            <a:fillRect/>
          </a:stretch>
        </p:blipFill>
        <p:spPr>
          <a:xfrm>
            <a:off x="0" y="3096442"/>
            <a:ext cx="3773751" cy="3761558"/>
          </a:xfrm>
          <a:prstGeom prst="rect">
            <a:avLst/>
          </a:prstGeom>
        </p:spPr>
      </p:pic>
      <p:pic>
        <p:nvPicPr>
          <p:cNvPr id="13" name="그림 12">
            <a:extLst>
              <a:ext uri="{FF2B5EF4-FFF2-40B4-BE49-F238E27FC236}">
                <a16:creationId xmlns:a16="http://schemas.microsoft.com/office/drawing/2014/main" id="{D9A59459-0CD2-4A13-8A1D-D68CB6BF1426}"/>
              </a:ext>
            </a:extLst>
          </p:cNvPr>
          <p:cNvPicPr>
            <a:picLocks noChangeAspect="1"/>
          </p:cNvPicPr>
          <p:nvPr userDrawn="1"/>
        </p:nvPicPr>
        <p:blipFill rotWithShape="1">
          <a:blip r:embed="rId4">
            <a:clrChange>
              <a:clrFrom>
                <a:srgbClr val="E17100"/>
              </a:clrFrom>
              <a:clrTo>
                <a:srgbClr val="E17100">
                  <a:alpha val="0"/>
                </a:srgbClr>
              </a:clrTo>
            </a:clrChange>
            <a:duotone>
              <a:schemeClr val="bg2">
                <a:shade val="45000"/>
                <a:satMod val="135000"/>
              </a:schemeClr>
              <a:prstClr val="white"/>
            </a:duotone>
          </a:blip>
          <a:srcRect l="4856" r="3192"/>
          <a:stretch/>
        </p:blipFill>
        <p:spPr>
          <a:xfrm>
            <a:off x="10662920" y="6166389"/>
            <a:ext cx="1408219" cy="670023"/>
          </a:xfrm>
          <a:prstGeom prst="rect">
            <a:avLst/>
          </a:prstGeom>
        </p:spPr>
      </p:pic>
    </p:spTree>
    <p:extLst>
      <p:ext uri="{BB962C8B-B14F-4D97-AF65-F5344CB8AC3E}">
        <p14:creationId xmlns:p14="http://schemas.microsoft.com/office/powerpoint/2010/main" val="5861320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1543BB7-8E53-459B-95DA-D010D9CE864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5A26810-5197-4C98-96D2-656368F7E2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DFEB874C-0905-4DAD-AFAB-E33CC0C253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DC5BEA3-AE99-4BCC-BCBB-FEE22D5A9E0C}"/>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0E0D708B-769E-4524-BB40-A61778D6282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E5DCB11-D5B8-47B0-9CDC-1FBB14060615}"/>
              </a:ext>
            </a:extLst>
          </p:cNvPr>
          <p:cNvSpPr>
            <a:spLocks noGrp="1"/>
          </p:cNvSpPr>
          <p:nvPr>
            <p:ph type="sldNum" sz="quarter" idx="12"/>
          </p:nvPr>
        </p:nvSpPr>
        <p:spPr/>
        <p:txBody>
          <a:bodyPr/>
          <a:lstStyle/>
          <a:p>
            <a:fld id="{270A37BF-2F50-41DA-93AE-68AB3A5DB358}" type="slidenum">
              <a:rPr lang="ko-KR" altLang="en-US" smtClean="0"/>
              <a:t>‹#›</a:t>
            </a:fld>
            <a:endParaRPr lang="ko-KR" altLang="en-US"/>
          </a:p>
        </p:txBody>
      </p:sp>
    </p:spTree>
    <p:extLst>
      <p:ext uri="{BB962C8B-B14F-4D97-AF65-F5344CB8AC3E}">
        <p14:creationId xmlns:p14="http://schemas.microsoft.com/office/powerpoint/2010/main" val="175239229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741DA44-422E-4186-BFA7-42FF3439A95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B192D90F-CEB9-41CC-8528-263EC6B5D6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CC2127A8-0C73-4E07-B4FC-DFCD4C59B6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FEC5DA67-0BE1-4EEB-A0DD-5F719661ACC2}"/>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4688384D-AD77-4D39-8CC4-864CD7751EDA}"/>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50CBDDB-FE4E-4876-8894-0027D71DDDC2}"/>
              </a:ext>
            </a:extLst>
          </p:cNvPr>
          <p:cNvSpPr>
            <a:spLocks noGrp="1"/>
          </p:cNvSpPr>
          <p:nvPr>
            <p:ph type="sldNum" sz="quarter" idx="12"/>
          </p:nvPr>
        </p:nvSpPr>
        <p:spPr/>
        <p:txBody>
          <a:bodyPr/>
          <a:lstStyle/>
          <a:p>
            <a:fld id="{270A37BF-2F50-41DA-93AE-68AB3A5DB358}" type="slidenum">
              <a:rPr lang="ko-KR" altLang="en-US" smtClean="0"/>
              <a:t>‹#›</a:t>
            </a:fld>
            <a:endParaRPr lang="ko-KR" altLang="en-US"/>
          </a:p>
        </p:txBody>
      </p:sp>
    </p:spTree>
    <p:extLst>
      <p:ext uri="{BB962C8B-B14F-4D97-AF65-F5344CB8AC3E}">
        <p14:creationId xmlns:p14="http://schemas.microsoft.com/office/powerpoint/2010/main" val="876038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CD936A-4959-491A-A888-43BC4681BD1B}"/>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5F033953-FC1B-441E-82FE-ABDE01BB9DF7}"/>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D011DB9-C535-4882-A5A3-0A7E3FA75B1A}"/>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4D753505-FA69-448E-BF5C-50A196EE5DA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A3B0921-4A47-4FBE-ACB3-EAEF63092CCF}"/>
              </a:ext>
            </a:extLst>
          </p:cNvPr>
          <p:cNvSpPr>
            <a:spLocks noGrp="1"/>
          </p:cNvSpPr>
          <p:nvPr>
            <p:ph type="sldNum" sz="quarter" idx="12"/>
          </p:nvPr>
        </p:nvSpPr>
        <p:spPr/>
        <p:txBody>
          <a:bodyPr/>
          <a:lstStyle/>
          <a:p>
            <a:fld id="{270A37BF-2F50-41DA-93AE-68AB3A5DB358}" type="slidenum">
              <a:rPr lang="ko-KR" altLang="en-US" smtClean="0"/>
              <a:t>‹#›</a:t>
            </a:fld>
            <a:endParaRPr lang="ko-KR" altLang="en-US"/>
          </a:p>
        </p:txBody>
      </p:sp>
    </p:spTree>
    <p:extLst>
      <p:ext uri="{BB962C8B-B14F-4D97-AF65-F5344CB8AC3E}">
        <p14:creationId xmlns:p14="http://schemas.microsoft.com/office/powerpoint/2010/main" val="22947062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35B5B36E-4FA9-460D-BBA2-2DCCF0941F0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1C57C09-CEE6-4F12-A81D-D6E422C47A04}"/>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5F57D8A-2069-4B23-B2FD-C6830C8B9C4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FA4AB87E-62C5-46A7-832F-2980CAA6B83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1659BB1-AFDC-42D8-B222-EC86F365EA25}"/>
              </a:ext>
            </a:extLst>
          </p:cNvPr>
          <p:cNvSpPr>
            <a:spLocks noGrp="1"/>
          </p:cNvSpPr>
          <p:nvPr>
            <p:ph type="sldNum" sz="quarter" idx="12"/>
          </p:nvPr>
        </p:nvSpPr>
        <p:spPr/>
        <p:txBody>
          <a:bodyPr/>
          <a:lstStyle/>
          <a:p>
            <a:fld id="{270A37BF-2F50-41DA-93AE-68AB3A5DB358}" type="slidenum">
              <a:rPr lang="ko-KR" altLang="en-US" smtClean="0"/>
              <a:t>‹#›</a:t>
            </a:fld>
            <a:endParaRPr lang="ko-KR" altLang="en-US"/>
          </a:p>
        </p:txBody>
      </p:sp>
    </p:spTree>
    <p:extLst>
      <p:ext uri="{BB962C8B-B14F-4D97-AF65-F5344CB8AC3E}">
        <p14:creationId xmlns:p14="http://schemas.microsoft.com/office/powerpoint/2010/main" val="1632948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44D0D27-28EE-BA44-88F3-F58F8D3E727A}"/>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4C13FC5-8AE2-201F-0094-456243E434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22063C8-B98B-94B2-4EB6-AC74BE52DA87}"/>
              </a:ext>
            </a:extLst>
          </p:cNvPr>
          <p:cNvSpPr>
            <a:spLocks noGrp="1"/>
          </p:cNvSpPr>
          <p:nvPr>
            <p:ph type="dt" sz="half" idx="10"/>
          </p:nvPr>
        </p:nvSpPr>
        <p:spPr/>
        <p:txBody>
          <a:bodyPr/>
          <a:lstStyle/>
          <a:p>
            <a:fld id="{C43A6E37-8900-454A-BFF3-7119BFEAE9EE}" type="datetimeFigureOut">
              <a:rPr lang="ko-KR" altLang="en-US" smtClean="0"/>
              <a:t>2026-10-15</a:t>
            </a:fld>
            <a:endParaRPr lang="ko-KR" altLang="en-US"/>
          </a:p>
        </p:txBody>
      </p:sp>
      <p:sp>
        <p:nvSpPr>
          <p:cNvPr id="5" name="바닥글 개체 틀 4">
            <a:extLst>
              <a:ext uri="{FF2B5EF4-FFF2-40B4-BE49-F238E27FC236}">
                <a16:creationId xmlns:a16="http://schemas.microsoft.com/office/drawing/2014/main" id="{70B6B5AA-31A1-BE2E-A934-C60DB24945F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B9D26A8-53DE-8299-B597-F338F5B4D965}"/>
              </a:ext>
            </a:extLst>
          </p:cNvPr>
          <p:cNvSpPr>
            <a:spLocks noGrp="1"/>
          </p:cNvSpPr>
          <p:nvPr>
            <p:ph type="sldNum" sz="quarter" idx="12"/>
          </p:nvPr>
        </p:nvSpPr>
        <p:spPr/>
        <p:txBody>
          <a:bodyPr/>
          <a:lstStyle/>
          <a:p>
            <a:fld id="{380F6F7B-FA5C-4243-8EEE-F974B0F2883B}" type="slidenum">
              <a:rPr lang="ko-KR" altLang="en-US" smtClean="0"/>
              <a:t>‹#›</a:t>
            </a:fld>
            <a:endParaRPr lang="ko-KR" altLang="en-US"/>
          </a:p>
        </p:txBody>
      </p:sp>
    </p:spTree>
    <p:extLst>
      <p:ext uri="{BB962C8B-B14F-4D97-AF65-F5344CB8AC3E}">
        <p14:creationId xmlns:p14="http://schemas.microsoft.com/office/powerpoint/2010/main" val="2838983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A0184614-8C2E-4551-AFB9-4D76656E5CC1}"/>
              </a:ext>
            </a:extLst>
          </p:cNvPr>
          <p:cNvPicPr>
            <a:picLocks noChangeAspect="1"/>
          </p:cNvPicPr>
          <p:nvPr userDrawn="1"/>
        </p:nvPicPr>
        <p:blipFill>
          <a:blip r:embed="rId15"/>
          <a:stretch>
            <a:fillRect/>
          </a:stretch>
        </p:blipFill>
        <p:spPr>
          <a:xfrm>
            <a:off x="0" y="3096442"/>
            <a:ext cx="3773751" cy="3761558"/>
          </a:xfrm>
          <a:prstGeom prst="rect">
            <a:avLst/>
          </a:prstGeom>
        </p:spPr>
      </p:pic>
      <p:sp>
        <p:nvSpPr>
          <p:cNvPr id="2" name="제목 개체 틀 1">
            <a:extLst>
              <a:ext uri="{FF2B5EF4-FFF2-40B4-BE49-F238E27FC236}">
                <a16:creationId xmlns:a16="http://schemas.microsoft.com/office/drawing/2014/main" id="{15BB8ECF-B0A7-4AE5-A841-02DDA6CC80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FBAF375-8459-4DBE-99EA-2CF8503652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6995BF-7008-4D6C-B4BB-CECA627D5B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1BE5323B-F23F-4CC0-9431-F0FB661D78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AC0B6474-34E9-4054-A96F-F452B81A0D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0A37BF-2F50-41DA-93AE-68AB3A5DB358}" type="slidenum">
              <a:rPr lang="ko-KR" altLang="en-US" smtClean="0"/>
              <a:t>‹#›</a:t>
            </a:fld>
            <a:endParaRPr lang="ko-KR" altLang="en-US"/>
          </a:p>
        </p:txBody>
      </p:sp>
    </p:spTree>
    <p:extLst>
      <p:ext uri="{BB962C8B-B14F-4D97-AF65-F5344CB8AC3E}">
        <p14:creationId xmlns:p14="http://schemas.microsoft.com/office/powerpoint/2010/main" val="13209367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 id="2147483661" r:id="rId13"/>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github.com/lamiro3/PRiMeFlow"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0" y="2564664"/>
            <a:ext cx="12192000" cy="2321372"/>
          </a:xfrm>
        </p:spPr>
        <p:txBody>
          <a:bodyPr anchor="t">
            <a:noAutofit/>
          </a:bodyPr>
          <a:lstStyle/>
          <a:p>
            <a:pPr algn="ctr"/>
            <a:r>
              <a:rPr lang="en" altLang="ko-KR" dirty="0">
                <a:effectLst/>
              </a:rPr>
              <a:t>PRiMeFlow</a:t>
            </a:r>
            <a:br>
              <a:rPr lang="en" altLang="ko-KR" dirty="0">
                <a:effectLst/>
              </a:rPr>
            </a:br>
            <a:r>
              <a:rPr lang="en" altLang="ko-KR" dirty="0">
                <a:effectLst/>
              </a:rPr>
              <a:t>Feedback reflected results </a:t>
            </a:r>
            <a:r>
              <a:rPr lang="en-US" altLang="ko-KR" dirty="0">
                <a:effectLst/>
              </a:rPr>
              <a:t>(3)</a:t>
            </a:r>
            <a:r>
              <a:rPr lang="en" altLang="ko-KR" dirty="0">
                <a:effectLst/>
              </a:rPr>
              <a:t> </a:t>
            </a:r>
          </a:p>
        </p:txBody>
      </p:sp>
      <p:sp>
        <p:nvSpPr>
          <p:cNvPr id="10" name="텍스트 개체 틀 9">
            <a:extLst>
              <a:ext uri="{FF2B5EF4-FFF2-40B4-BE49-F238E27FC236}">
                <a16:creationId xmlns:a16="http://schemas.microsoft.com/office/drawing/2014/main" id="{AA4F9454-58B4-06D7-C2E1-F1992F64B3F1}"/>
              </a:ext>
            </a:extLst>
          </p:cNvPr>
          <p:cNvSpPr>
            <a:spLocks noGrp="1"/>
          </p:cNvSpPr>
          <p:nvPr>
            <p:ph type="body" idx="1"/>
          </p:nvPr>
        </p:nvSpPr>
        <p:spPr>
          <a:xfrm>
            <a:off x="0" y="5329815"/>
            <a:ext cx="12131070" cy="449284"/>
          </a:xfrm>
        </p:spPr>
        <p:txBody>
          <a:bodyPr>
            <a:noAutofit/>
          </a:bodyPr>
          <a:lstStyle/>
          <a:p>
            <a:pPr algn="ctr"/>
            <a:r>
              <a:rPr lang="en-US" altLang="ko-KR" sz="2000" b="1" u="sng" dirty="0">
                <a:solidFill>
                  <a:schemeClr val="bg1">
                    <a:lumMod val="65000"/>
                  </a:schemeClr>
                </a:solidFill>
              </a:rPr>
              <a:t>Ko</a:t>
            </a:r>
            <a:r>
              <a:rPr lang="ko-KR" altLang="en-US" sz="2000" b="1" u="sng" dirty="0">
                <a:solidFill>
                  <a:schemeClr val="bg1">
                    <a:lumMod val="65000"/>
                  </a:schemeClr>
                </a:solidFill>
              </a:rPr>
              <a:t> </a:t>
            </a:r>
            <a:r>
              <a:rPr lang="en-US" altLang="ko-KR" sz="2000" b="1" u="sng" dirty="0" err="1">
                <a:solidFill>
                  <a:schemeClr val="bg1">
                    <a:lumMod val="65000"/>
                  </a:schemeClr>
                </a:solidFill>
              </a:rPr>
              <a:t>Taehyeon</a:t>
            </a:r>
            <a:endParaRPr lang="ko-KR" altLang="en-US" sz="2000" b="1" u="sng" dirty="0">
              <a:solidFill>
                <a:schemeClr val="bg1">
                  <a:lumMod val="65000"/>
                </a:schemeClr>
              </a:solidFill>
            </a:endParaRPr>
          </a:p>
        </p:txBody>
      </p:sp>
      <p:sp>
        <p:nvSpPr>
          <p:cNvPr id="3" name="TextBox 2">
            <a:extLst>
              <a:ext uri="{FF2B5EF4-FFF2-40B4-BE49-F238E27FC236}">
                <a16:creationId xmlns:a16="http://schemas.microsoft.com/office/drawing/2014/main" id="{6A9741C9-0DBC-C3E4-95AD-B6E73E34B47E}"/>
              </a:ext>
            </a:extLst>
          </p:cNvPr>
          <p:cNvSpPr txBox="1"/>
          <p:nvPr/>
        </p:nvSpPr>
        <p:spPr>
          <a:xfrm>
            <a:off x="2917371" y="4219906"/>
            <a:ext cx="6357257" cy="369332"/>
          </a:xfrm>
          <a:prstGeom prst="rect">
            <a:avLst/>
          </a:prstGeom>
          <a:noFill/>
        </p:spPr>
        <p:txBody>
          <a:bodyPr wrap="square" rtlCol="0">
            <a:spAutoFit/>
          </a:bodyPr>
          <a:lstStyle/>
          <a:p>
            <a:pPr algn="ctr"/>
            <a:r>
              <a:rPr lang="en-US" altLang="ko-KR" dirty="0"/>
              <a:t>Source: </a:t>
            </a:r>
            <a:r>
              <a:rPr lang="en-US" altLang="ko-KR" dirty="0">
                <a:hlinkClick r:id="rId3"/>
              </a:rPr>
              <a:t>https://github.com/lamiro3/PRiMeFlow</a:t>
            </a:r>
            <a:r>
              <a:rPr lang="en-US" altLang="ko-KR" dirty="0"/>
              <a:t> </a:t>
            </a:r>
            <a:endParaRPr lang="ko-KR" altLang="en-US" dirty="0"/>
          </a:p>
        </p:txBody>
      </p:sp>
    </p:spTree>
    <p:extLst>
      <p:ext uri="{BB962C8B-B14F-4D97-AF65-F5344CB8AC3E}">
        <p14:creationId xmlns:p14="http://schemas.microsoft.com/office/powerpoint/2010/main" val="2982395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2"/>
          <p:cNvSpPr>
            <a:spLocks noGrp="1"/>
          </p:cNvSpPr>
          <p:nvPr>
            <p:ph type="title"/>
          </p:nvPr>
        </p:nvSpPr>
        <p:spPr>
          <a:xfrm>
            <a:off x="640080" y="0"/>
            <a:ext cx="10495280" cy="532765"/>
          </a:xfrm>
        </p:spPr>
        <p:txBody>
          <a:bodyPr anchor="ctr">
            <a:normAutofit/>
          </a:bodyPr>
          <a:lstStyle/>
          <a:p>
            <a:r>
              <a:rPr lang="en-US" altLang="ko-KR" dirty="0"/>
              <a:t>Evaluation</a:t>
            </a:r>
            <a:endParaRPr lang="ko-KR" altLang="en-US" dirty="0"/>
          </a:p>
        </p:txBody>
      </p:sp>
      <p:sp>
        <p:nvSpPr>
          <p:cNvPr id="4" name="슬라이드 번호 개체 틀 5"/>
          <p:cNvSpPr>
            <a:spLocks noGrp="1"/>
          </p:cNvSpPr>
          <p:nvPr>
            <p:ph type="sldNum" sz="quarter" idx="12"/>
          </p:nvPr>
        </p:nvSpPr>
        <p:spPr>
          <a:xfrm>
            <a:off x="11394440" y="167640"/>
            <a:ext cx="680720" cy="365125"/>
          </a:xfrm>
        </p:spPr>
        <p:txBody>
          <a:bodyPr anchor="ctr">
            <a:normAutofit/>
          </a:bodyPr>
          <a:lstStyle/>
          <a:p>
            <a:pPr lvl="0">
              <a:spcAft>
                <a:spcPts val="600"/>
              </a:spcAft>
              <a:defRPr/>
            </a:pPr>
            <a:fld id="{270A37BF-2F50-41DA-93AE-68AB3A5DB358}" type="slidenum">
              <a:rPr lang="en-US" altLang="en-US" smtClean="0"/>
              <a:t>2</a:t>
            </a:fld>
            <a:endParaRPr lang="en-US" altLang="en-US"/>
          </a:p>
        </p:txBody>
      </p:sp>
      <p:grpSp>
        <p:nvGrpSpPr>
          <p:cNvPr id="9" name="그룹 8"/>
          <p:cNvGrpSpPr/>
          <p:nvPr/>
        </p:nvGrpSpPr>
        <p:grpSpPr>
          <a:xfrm>
            <a:off x="640079" y="633973"/>
            <a:ext cx="11435081" cy="496546"/>
            <a:chOff x="640078" y="575266"/>
            <a:chExt cx="13044315" cy="496546"/>
          </a:xfrm>
        </p:grpSpPr>
        <p:sp>
          <p:nvSpPr>
            <p:cNvPr id="10" name="TextBox 9"/>
            <p:cNvSpPr txBox="1"/>
            <p:nvPr/>
          </p:nvSpPr>
          <p:spPr>
            <a:xfrm>
              <a:off x="715781" y="575266"/>
              <a:ext cx="12968612" cy="496546"/>
            </a:xfrm>
            <a:prstGeom prst="rect">
              <a:avLst/>
            </a:prstGeom>
            <a:noFill/>
          </p:spPr>
          <p:txBody>
            <a:bodyPr wrap="square" anchor="ctr">
              <a:spAutoFit/>
            </a:bodyPr>
            <a:lstStyle/>
            <a:p>
              <a:pPr latinLnBrk="0">
                <a:lnSpc>
                  <a:spcPct val="150000"/>
                </a:lnSpc>
              </a:pPr>
              <a:r>
                <a:rPr kumimoji="1" lang="en-US" altLang="ko-KR" sz="2000" b="1" dirty="0">
                  <a:latin typeface="Arial" panose="020B0604020202020204" pitchFamily="34" charset="0"/>
                  <a:cs typeface="Arial" panose="020B0604020202020204" pitchFamily="34" charset="0"/>
                </a:rPr>
                <a:t>Last feedback — “the overall score is not appropriate”</a:t>
              </a:r>
            </a:p>
          </p:txBody>
        </p:sp>
        <p:sp>
          <p:nvSpPr>
            <p:cNvPr id="11" name="직사각형 10"/>
            <p:cNvSpPr/>
            <p:nvPr/>
          </p:nvSpPr>
          <p:spPr>
            <a:xfrm>
              <a:off x="640078" y="652703"/>
              <a:ext cx="108000" cy="394943"/>
            </a:xfrm>
            <a:prstGeom prst="rect">
              <a:avLst/>
            </a:prstGeom>
            <a:solidFill>
              <a:srgbClr val="CB6015"/>
            </a:solidFill>
            <a:ln>
              <a:noFill/>
            </a:ln>
          </p:spPr>
          <p:txBody>
            <a:bodyPr rtlCol="0" anchor="ctr"/>
            <a:lstStyle/>
            <a:p>
              <a:pPr algn="ctr"/>
              <a:endParaRPr lang="ko-KR" altLang="en-US"/>
            </a:p>
          </p:txBody>
        </p:sp>
      </p:grpSp>
      <p:sp>
        <p:nvSpPr>
          <p:cNvPr id="12" name="TextBox 11"/>
          <p:cNvSpPr txBox="1"/>
          <p:nvPr/>
        </p:nvSpPr>
        <p:spPr>
          <a:xfrm>
            <a:off x="640080" y="1188720"/>
            <a:ext cx="10908792" cy="375359"/>
          </a:xfrm>
          <a:prstGeom prst="rect">
            <a:avLst/>
          </a:prstGeom>
          <a:noFill/>
        </p:spPr>
        <p:txBody>
          <a:bodyPr wrap="square" anchor="t">
            <a:spAutoFit/>
          </a:bodyPr>
          <a:lstStyle/>
          <a:p>
            <a:pPr>
              <a:lnSpc>
                <a:spcPct val="120000"/>
              </a:lnSpc>
              <a:spcAft>
                <a:spcPts val="400"/>
              </a:spcAft>
            </a:pPr>
            <a:r>
              <a:rPr sz="1700" b="0" i="0" dirty="0">
                <a:solidFill>
                  <a:srgbClr val="1A1A1A"/>
                </a:solidFill>
              </a:rPr>
              <a:t>The old overall score</a:t>
            </a:r>
            <a:r>
              <a:rPr lang="en-US" sz="1700" b="0" i="0" dirty="0">
                <a:solidFill>
                  <a:srgbClr val="1A1A1A"/>
                </a:solidFill>
              </a:rPr>
              <a:t> </a:t>
            </a:r>
            <a:r>
              <a:rPr lang="en-US" sz="1700" dirty="0">
                <a:solidFill>
                  <a:srgbClr val="1A1A1A"/>
                </a:solidFill>
              </a:rPr>
              <a:t>method</a:t>
            </a:r>
            <a:r>
              <a:rPr sz="1700" b="0" i="0" dirty="0">
                <a:solidFill>
                  <a:srgbClr val="1A1A1A"/>
                </a:solidFill>
              </a:rPr>
              <a:t> had three problems:</a:t>
            </a:r>
          </a:p>
        </p:txBody>
      </p:sp>
      <p:sp>
        <p:nvSpPr>
          <p:cNvPr id="13" name="Rounded Rectangle 12"/>
          <p:cNvSpPr/>
          <p:nvPr/>
        </p:nvSpPr>
        <p:spPr>
          <a:xfrm>
            <a:off x="640080" y="1783080"/>
            <a:ext cx="3401568" cy="2926080"/>
          </a:xfrm>
          <a:prstGeom prst="roundRect">
            <a:avLst>
              <a:gd name="adj" fmla="val 7000"/>
            </a:avLst>
          </a:prstGeom>
          <a:solidFill>
            <a:srgbClr val="FCE9DD"/>
          </a:solidFill>
          <a:ln w="15875">
            <a:solidFill>
              <a:srgbClr val="CB6015"/>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ctr">
              <a:lnSpc>
                <a:spcPct val="110000"/>
              </a:lnSpc>
              <a:spcAft>
                <a:spcPts val="0"/>
              </a:spcAft>
            </a:pPr>
            <a:r>
              <a:rPr sz="4000" b="1" i="0" dirty="0">
                <a:solidFill>
                  <a:srgbClr val="CB6015"/>
                </a:solidFill>
              </a:rPr>
              <a:t>1</a:t>
            </a:r>
          </a:p>
          <a:p>
            <a:pPr algn="ctr">
              <a:lnSpc>
                <a:spcPct val="110000"/>
              </a:lnSpc>
              <a:spcAft>
                <a:spcPts val="800"/>
              </a:spcAft>
            </a:pPr>
            <a:r>
              <a:rPr sz="1800" b="1" i="0" dirty="0">
                <a:solidFill>
                  <a:srgbClr val="1F3864"/>
                </a:solidFill>
              </a:rPr>
              <a:t>Unequal normalization</a:t>
            </a:r>
          </a:p>
          <a:p>
            <a:pPr algn="ctr">
              <a:lnSpc>
                <a:spcPct val="120000"/>
              </a:lnSpc>
              <a:spcAft>
                <a:spcPts val="200"/>
              </a:spcAft>
            </a:pPr>
            <a:r>
              <a:rPr sz="1400" b="0" i="0" dirty="0">
                <a:solidFill>
                  <a:srgbClr val="1A1A1A"/>
                </a:solidFill>
              </a:rPr>
              <a:t>each metric was scaled differently</a:t>
            </a:r>
            <a:endParaRPr lang="en-US" sz="1400" b="0" i="0" dirty="0">
              <a:solidFill>
                <a:srgbClr val="1A1A1A"/>
              </a:solidFill>
            </a:endParaRPr>
          </a:p>
          <a:p>
            <a:pPr algn="ctr">
              <a:lnSpc>
                <a:spcPct val="120000"/>
              </a:lnSpc>
              <a:spcAft>
                <a:spcPts val="200"/>
              </a:spcAft>
            </a:pPr>
            <a:r>
              <a:rPr sz="1400" b="1" i="0" dirty="0">
                <a:solidFill>
                  <a:srgbClr val="FF0000"/>
                </a:solidFill>
              </a:rPr>
              <a:t>→ some metrics</a:t>
            </a:r>
            <a:r>
              <a:rPr lang="en-US" sz="1400" b="1" i="0" dirty="0">
                <a:solidFill>
                  <a:srgbClr val="FF0000"/>
                </a:solidFill>
              </a:rPr>
              <a:t> </a:t>
            </a:r>
            <a:r>
              <a:rPr lang="en-US" sz="1400" b="1" dirty="0">
                <a:solidFill>
                  <a:srgbClr val="FF0000"/>
                </a:solidFill>
              </a:rPr>
              <a:t>barely</a:t>
            </a:r>
            <a:r>
              <a:rPr lang="ko-KR" altLang="en-US" sz="1400" b="1" dirty="0">
                <a:solidFill>
                  <a:srgbClr val="FF0000"/>
                </a:solidFill>
              </a:rPr>
              <a:t> </a:t>
            </a:r>
            <a:r>
              <a:rPr lang="en-US" altLang="ko-KR" sz="1400" b="1" dirty="0">
                <a:solidFill>
                  <a:srgbClr val="FF0000"/>
                </a:solidFill>
              </a:rPr>
              <a:t>differed between models</a:t>
            </a:r>
          </a:p>
          <a:p>
            <a:pPr algn="ctr">
              <a:lnSpc>
                <a:spcPct val="120000"/>
              </a:lnSpc>
              <a:spcAft>
                <a:spcPts val="200"/>
              </a:spcAft>
            </a:pPr>
            <a:r>
              <a:rPr sz="1400" b="1" i="0" dirty="0">
                <a:solidFill>
                  <a:srgbClr val="FF0000"/>
                </a:solidFill>
              </a:rPr>
              <a:t>→ </a:t>
            </a:r>
            <a:r>
              <a:rPr sz="1400" b="1" i="0" u="sng" dirty="0">
                <a:solidFill>
                  <a:srgbClr val="FF0000"/>
                </a:solidFill>
              </a:rPr>
              <a:t>hidden, unintended weights</a:t>
            </a:r>
          </a:p>
        </p:txBody>
      </p:sp>
      <p:sp>
        <p:nvSpPr>
          <p:cNvPr id="14" name="Rounded Rectangle 13"/>
          <p:cNvSpPr/>
          <p:nvPr/>
        </p:nvSpPr>
        <p:spPr>
          <a:xfrm>
            <a:off x="4393692" y="1783080"/>
            <a:ext cx="3401568" cy="2926080"/>
          </a:xfrm>
          <a:prstGeom prst="roundRect">
            <a:avLst>
              <a:gd name="adj" fmla="val 7000"/>
            </a:avLst>
          </a:prstGeom>
          <a:solidFill>
            <a:srgbClr val="FCE9DD"/>
          </a:solidFill>
          <a:ln w="15875">
            <a:solidFill>
              <a:srgbClr val="CB6015"/>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ctr">
              <a:lnSpc>
                <a:spcPct val="110000"/>
              </a:lnSpc>
              <a:spcAft>
                <a:spcPts val="0"/>
              </a:spcAft>
            </a:pPr>
            <a:r>
              <a:rPr sz="4000" b="1" i="0" dirty="0">
                <a:solidFill>
                  <a:srgbClr val="CB6015"/>
                </a:solidFill>
              </a:rPr>
              <a:t>2</a:t>
            </a:r>
          </a:p>
          <a:p>
            <a:pPr algn="ctr">
              <a:lnSpc>
                <a:spcPct val="110000"/>
              </a:lnSpc>
              <a:spcAft>
                <a:spcPts val="800"/>
              </a:spcAft>
            </a:pPr>
            <a:r>
              <a:rPr sz="1800" b="1" i="0" dirty="0">
                <a:solidFill>
                  <a:srgbClr val="1F3864"/>
                </a:solidFill>
              </a:rPr>
              <a:t>Depends on the model set</a:t>
            </a:r>
          </a:p>
          <a:p>
            <a:pPr algn="ctr">
              <a:lnSpc>
                <a:spcPct val="120000"/>
              </a:lnSpc>
              <a:spcAft>
                <a:spcPts val="200"/>
              </a:spcAft>
            </a:pPr>
            <a:r>
              <a:rPr sz="1400" b="0" i="0" dirty="0">
                <a:solidFill>
                  <a:srgbClr val="1A1A1A"/>
                </a:solidFill>
              </a:rPr>
              <a:t>adding or removing one model</a:t>
            </a:r>
            <a:endParaRPr lang="en-US" sz="1400" b="0" i="0" dirty="0">
              <a:solidFill>
                <a:srgbClr val="1A1A1A"/>
              </a:solidFill>
            </a:endParaRPr>
          </a:p>
          <a:p>
            <a:pPr algn="ctr">
              <a:lnSpc>
                <a:spcPct val="120000"/>
              </a:lnSpc>
              <a:spcAft>
                <a:spcPts val="200"/>
              </a:spcAft>
            </a:pPr>
            <a:r>
              <a:rPr sz="1400" b="0" i="0" dirty="0">
                <a:solidFill>
                  <a:srgbClr val="1A1A1A"/>
                </a:solidFill>
              </a:rPr>
              <a:t>changed every other model's score </a:t>
            </a:r>
            <a:endParaRPr lang="en-US" sz="1400" b="0" i="0" dirty="0">
              <a:solidFill>
                <a:srgbClr val="1A1A1A"/>
              </a:solidFill>
            </a:endParaRPr>
          </a:p>
          <a:p>
            <a:pPr algn="ctr">
              <a:lnSpc>
                <a:spcPct val="120000"/>
              </a:lnSpc>
              <a:spcAft>
                <a:spcPts val="200"/>
              </a:spcAft>
            </a:pPr>
            <a:r>
              <a:rPr sz="1400" b="0" i="0" dirty="0">
                <a:solidFill>
                  <a:srgbClr val="1A1A1A"/>
                </a:solidFill>
              </a:rPr>
              <a:t>and even the ranking</a:t>
            </a:r>
          </a:p>
        </p:txBody>
      </p:sp>
      <p:sp>
        <p:nvSpPr>
          <p:cNvPr id="15" name="Rounded Rectangle 14"/>
          <p:cNvSpPr/>
          <p:nvPr/>
        </p:nvSpPr>
        <p:spPr>
          <a:xfrm>
            <a:off x="8147304" y="1783080"/>
            <a:ext cx="3401568" cy="2926080"/>
          </a:xfrm>
          <a:prstGeom prst="roundRect">
            <a:avLst>
              <a:gd name="adj" fmla="val 7000"/>
            </a:avLst>
          </a:prstGeom>
          <a:solidFill>
            <a:srgbClr val="FCE9DD"/>
          </a:solidFill>
          <a:ln w="15875">
            <a:solidFill>
              <a:srgbClr val="CB6015"/>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ctr">
              <a:lnSpc>
                <a:spcPct val="110000"/>
              </a:lnSpc>
              <a:spcAft>
                <a:spcPts val="0"/>
              </a:spcAft>
            </a:pPr>
            <a:r>
              <a:rPr sz="4000" b="1" i="0" dirty="0">
                <a:solidFill>
                  <a:srgbClr val="CB6015"/>
                </a:solidFill>
              </a:rPr>
              <a:t>3</a:t>
            </a:r>
          </a:p>
          <a:p>
            <a:pPr algn="ctr">
              <a:lnSpc>
                <a:spcPct val="110000"/>
              </a:lnSpc>
              <a:spcAft>
                <a:spcPts val="800"/>
              </a:spcAft>
            </a:pPr>
            <a:r>
              <a:rPr sz="1800" b="1" i="0" dirty="0">
                <a:solidFill>
                  <a:srgbClr val="1F3864"/>
                </a:solidFill>
              </a:rPr>
              <a:t>Hides trade-offs</a:t>
            </a:r>
          </a:p>
          <a:p>
            <a:pPr algn="ctr">
              <a:lnSpc>
                <a:spcPct val="120000"/>
              </a:lnSpc>
              <a:spcAft>
                <a:spcPts val="200"/>
              </a:spcAft>
            </a:pPr>
            <a:r>
              <a:rPr sz="1400" b="0" i="0" dirty="0">
                <a:solidFill>
                  <a:srgbClr val="1A1A1A"/>
                </a:solidFill>
              </a:rPr>
              <a:t>metrics that measure different</a:t>
            </a:r>
            <a:r>
              <a:rPr lang="ko-KR" altLang="en-US" sz="1400" b="0" i="0" dirty="0">
                <a:solidFill>
                  <a:srgbClr val="1A1A1A"/>
                </a:solidFill>
              </a:rPr>
              <a:t> </a:t>
            </a:r>
            <a:r>
              <a:rPr sz="1400" b="0" i="0" dirty="0">
                <a:solidFill>
                  <a:srgbClr val="1A1A1A"/>
                </a:solidFill>
              </a:rPr>
              <a:t>things were merged into one number</a:t>
            </a:r>
            <a:endParaRPr lang="en-US" sz="1400" b="0" i="0" dirty="0">
              <a:solidFill>
                <a:srgbClr val="1A1A1A"/>
              </a:solidFill>
            </a:endParaRPr>
          </a:p>
          <a:p>
            <a:pPr algn="ctr">
              <a:lnSpc>
                <a:spcPct val="120000"/>
              </a:lnSpc>
              <a:spcAft>
                <a:spcPts val="200"/>
              </a:spcAft>
            </a:pPr>
            <a:endParaRPr lang="en-US" sz="1400" b="0" i="0" dirty="0">
              <a:solidFill>
                <a:srgbClr val="1A1A1A"/>
              </a:solidFill>
            </a:endParaRPr>
          </a:p>
          <a:p>
            <a:pPr algn="ctr">
              <a:lnSpc>
                <a:spcPct val="120000"/>
              </a:lnSpc>
              <a:spcAft>
                <a:spcPts val="200"/>
              </a:spcAft>
            </a:pPr>
            <a:r>
              <a:rPr sz="1400" b="0" i="0" dirty="0">
                <a:solidFill>
                  <a:srgbClr val="1A1A1A"/>
                </a:solidFill>
              </a:rPr>
              <a:t> </a:t>
            </a:r>
            <a:r>
              <a:rPr lang="en-US" sz="1400" b="1" dirty="0">
                <a:solidFill>
                  <a:srgbClr val="FF0000"/>
                </a:solidFill>
              </a:rPr>
              <a:t>We can’t see</a:t>
            </a:r>
            <a:br>
              <a:rPr lang="en-US" sz="1400" b="1" dirty="0">
                <a:solidFill>
                  <a:srgbClr val="FF0000"/>
                </a:solidFill>
              </a:rPr>
            </a:br>
            <a:r>
              <a:rPr lang="en-US" sz="1400" b="1" dirty="0">
                <a:solidFill>
                  <a:srgbClr val="FF0000"/>
                </a:solidFill>
              </a:rPr>
              <a:t>what is strong or weak</a:t>
            </a:r>
            <a:endParaRPr sz="1400" b="1" i="0"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2"/>
          <p:cNvSpPr>
            <a:spLocks noGrp="1"/>
          </p:cNvSpPr>
          <p:nvPr>
            <p:ph type="title"/>
          </p:nvPr>
        </p:nvSpPr>
        <p:spPr>
          <a:xfrm>
            <a:off x="640080" y="0"/>
            <a:ext cx="10495280" cy="532765"/>
          </a:xfrm>
        </p:spPr>
        <p:txBody>
          <a:bodyPr anchor="ctr">
            <a:normAutofit/>
          </a:bodyPr>
          <a:lstStyle/>
          <a:p>
            <a:r>
              <a:rPr lang="en-US" altLang="ko-KR" dirty="0"/>
              <a:t>Evaluation</a:t>
            </a:r>
            <a:endParaRPr lang="ko-KR" altLang="en-US" dirty="0"/>
          </a:p>
        </p:txBody>
      </p:sp>
      <p:sp>
        <p:nvSpPr>
          <p:cNvPr id="4" name="슬라이드 번호 개체 틀 5"/>
          <p:cNvSpPr>
            <a:spLocks noGrp="1"/>
          </p:cNvSpPr>
          <p:nvPr>
            <p:ph type="sldNum" sz="quarter" idx="12"/>
          </p:nvPr>
        </p:nvSpPr>
        <p:spPr>
          <a:xfrm>
            <a:off x="11394440" y="167640"/>
            <a:ext cx="680720" cy="365125"/>
          </a:xfrm>
        </p:spPr>
        <p:txBody>
          <a:bodyPr anchor="ctr">
            <a:normAutofit/>
          </a:bodyPr>
          <a:lstStyle/>
          <a:p>
            <a:pPr lvl="0">
              <a:spcAft>
                <a:spcPts val="600"/>
              </a:spcAft>
              <a:defRPr/>
            </a:pPr>
            <a:fld id="{270A37BF-2F50-41DA-93AE-68AB3A5DB358}" type="slidenum">
              <a:rPr lang="en-US" altLang="en-US" smtClean="0"/>
              <a:t>3</a:t>
            </a:fld>
            <a:endParaRPr lang="en-US" altLang="en-US"/>
          </a:p>
        </p:txBody>
      </p:sp>
      <p:grpSp>
        <p:nvGrpSpPr>
          <p:cNvPr id="9" name="그룹 8"/>
          <p:cNvGrpSpPr/>
          <p:nvPr/>
        </p:nvGrpSpPr>
        <p:grpSpPr>
          <a:xfrm>
            <a:off x="640079" y="633973"/>
            <a:ext cx="11435081" cy="496546"/>
            <a:chOff x="640078" y="575266"/>
            <a:chExt cx="13044315" cy="496546"/>
          </a:xfrm>
        </p:grpSpPr>
        <p:sp>
          <p:nvSpPr>
            <p:cNvPr id="10" name="TextBox 9"/>
            <p:cNvSpPr txBox="1"/>
            <p:nvPr/>
          </p:nvSpPr>
          <p:spPr>
            <a:xfrm>
              <a:off x="715781" y="575266"/>
              <a:ext cx="12968612" cy="496546"/>
            </a:xfrm>
            <a:prstGeom prst="rect">
              <a:avLst/>
            </a:prstGeom>
            <a:noFill/>
          </p:spPr>
          <p:txBody>
            <a:bodyPr wrap="square" anchor="ctr">
              <a:spAutoFit/>
            </a:bodyPr>
            <a:lstStyle/>
            <a:p>
              <a:pPr latinLnBrk="0">
                <a:lnSpc>
                  <a:spcPct val="150000"/>
                </a:lnSpc>
              </a:pPr>
              <a:r>
                <a:rPr kumimoji="1" lang="en-US" altLang="ko-KR" sz="2000" b="1" dirty="0">
                  <a:latin typeface="Arial" panose="020B0604020202020204" pitchFamily="34" charset="0"/>
                  <a:cs typeface="Arial" panose="020B0604020202020204" pitchFamily="34" charset="0"/>
                </a:rPr>
                <a:t>New evaluation — per-metric ranks, 4 categories, no overall score</a:t>
              </a:r>
            </a:p>
          </p:txBody>
        </p:sp>
        <p:sp>
          <p:nvSpPr>
            <p:cNvPr id="11" name="직사각형 10"/>
            <p:cNvSpPr/>
            <p:nvPr/>
          </p:nvSpPr>
          <p:spPr>
            <a:xfrm>
              <a:off x="640078" y="652703"/>
              <a:ext cx="108000" cy="394943"/>
            </a:xfrm>
            <a:prstGeom prst="rect">
              <a:avLst/>
            </a:prstGeom>
            <a:solidFill>
              <a:srgbClr val="CB6015"/>
            </a:solidFill>
            <a:ln>
              <a:noFill/>
            </a:ln>
          </p:spPr>
          <p:txBody>
            <a:bodyPr rtlCol="0" anchor="ctr"/>
            <a:lstStyle/>
            <a:p>
              <a:pPr algn="ctr"/>
              <a:endParaRPr lang="ko-KR" altLang="en-US"/>
            </a:p>
          </p:txBody>
        </p:sp>
      </p:grpSp>
      <p:sp>
        <p:nvSpPr>
          <p:cNvPr id="12" name="Rounded Rectangle 11"/>
          <p:cNvSpPr/>
          <p:nvPr/>
        </p:nvSpPr>
        <p:spPr>
          <a:xfrm>
            <a:off x="640080" y="1280160"/>
            <a:ext cx="2329434" cy="1371600"/>
          </a:xfrm>
          <a:prstGeom prst="roundRect">
            <a:avLst>
              <a:gd name="adj" fmla="val 7000"/>
            </a:avLst>
          </a:prstGeom>
          <a:solidFill>
            <a:srgbClr val="F2F2F2"/>
          </a:solidFill>
          <a:ln w="1587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lnSpc>
                <a:spcPct val="110000"/>
              </a:lnSpc>
              <a:spcAft>
                <a:spcPts val="200"/>
              </a:spcAft>
            </a:pPr>
            <a:r>
              <a:rPr sz="1700" b="1" i="0">
                <a:solidFill>
                  <a:srgbClr val="1F3864"/>
                </a:solidFill>
              </a:rPr>
              <a:t>10 metrics</a:t>
            </a:r>
          </a:p>
          <a:p>
            <a:pPr algn="ctr">
              <a:lnSpc>
                <a:spcPct val="110000"/>
              </a:lnSpc>
              <a:spcAft>
                <a:spcPts val="200"/>
              </a:spcAft>
            </a:pPr>
            <a:r>
              <a:rPr sz="1300" b="0" i="0">
                <a:solidFill>
                  <a:srgbClr val="595959"/>
                </a:solidFill>
              </a:rPr>
              <a:t>from PerturBench</a:t>
            </a:r>
          </a:p>
        </p:txBody>
      </p:sp>
      <p:sp>
        <p:nvSpPr>
          <p:cNvPr id="13" name="Right Arrow 12"/>
          <p:cNvSpPr/>
          <p:nvPr/>
        </p:nvSpPr>
        <p:spPr>
          <a:xfrm>
            <a:off x="3060953" y="1773936"/>
            <a:ext cx="347472" cy="384048"/>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499865" y="1280160"/>
            <a:ext cx="2329434" cy="1371600"/>
          </a:xfrm>
          <a:prstGeom prst="roundRect">
            <a:avLst>
              <a:gd name="adj" fmla="val 7000"/>
            </a:avLst>
          </a:prstGeom>
          <a:solidFill>
            <a:srgbClr val="E8EDF5"/>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lnSpc>
                <a:spcPct val="110000"/>
              </a:lnSpc>
              <a:spcAft>
                <a:spcPts val="200"/>
              </a:spcAft>
            </a:pPr>
            <a:r>
              <a:rPr sz="1700" b="1" i="0" dirty="0">
                <a:solidFill>
                  <a:srgbClr val="1F3864"/>
                </a:solidFill>
              </a:rPr>
              <a:t>Rank each metric</a:t>
            </a:r>
          </a:p>
          <a:p>
            <a:pPr algn="ctr">
              <a:lnSpc>
                <a:spcPct val="110000"/>
              </a:lnSpc>
              <a:spcAft>
                <a:spcPts val="200"/>
              </a:spcAft>
            </a:pPr>
            <a:r>
              <a:rPr sz="1300" b="0" i="0" dirty="0">
                <a:solidFill>
                  <a:srgbClr val="595959"/>
                </a:solidFill>
              </a:rPr>
              <a:t>1 = best</a:t>
            </a:r>
            <a:endParaRPr lang="en-US" sz="1300" b="0" i="0" dirty="0">
              <a:solidFill>
                <a:srgbClr val="595959"/>
              </a:solidFill>
            </a:endParaRPr>
          </a:p>
          <a:p>
            <a:pPr algn="ctr">
              <a:lnSpc>
                <a:spcPct val="110000"/>
              </a:lnSpc>
              <a:spcAft>
                <a:spcPts val="200"/>
              </a:spcAft>
            </a:pPr>
            <a:r>
              <a:rPr lang="en-US" altLang="ko-KR" sz="1200" b="1" dirty="0">
                <a:solidFill>
                  <a:srgbClr val="2E7D32"/>
                </a:solidFill>
              </a:rPr>
              <a:t>Fixes </a:t>
            </a:r>
            <a:r>
              <a:rPr lang="ko-KR" altLang="en-US" sz="1200" b="1" dirty="0">
                <a:solidFill>
                  <a:srgbClr val="2E7D32"/>
                </a:solidFill>
              </a:rPr>
              <a:t>①</a:t>
            </a:r>
            <a:endParaRPr lang="en-US" sz="1300" b="0" i="0" dirty="0">
              <a:solidFill>
                <a:srgbClr val="595959"/>
              </a:solidFill>
            </a:endParaRPr>
          </a:p>
        </p:txBody>
      </p:sp>
      <p:sp>
        <p:nvSpPr>
          <p:cNvPr id="15" name="Right Arrow 14"/>
          <p:cNvSpPr/>
          <p:nvPr/>
        </p:nvSpPr>
        <p:spPr>
          <a:xfrm>
            <a:off x="5920740" y="1773936"/>
            <a:ext cx="347472" cy="384048"/>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359652" y="1280160"/>
            <a:ext cx="2329434" cy="1371600"/>
          </a:xfrm>
          <a:prstGeom prst="roundRect">
            <a:avLst>
              <a:gd name="adj" fmla="val 7000"/>
            </a:avLst>
          </a:prstGeom>
          <a:solidFill>
            <a:srgbClr val="E8EDF5"/>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lnSpc>
                <a:spcPct val="110000"/>
              </a:lnSpc>
              <a:spcAft>
                <a:spcPts val="200"/>
              </a:spcAft>
            </a:pPr>
            <a:r>
              <a:rPr sz="1700" b="1" i="0" dirty="0">
                <a:solidFill>
                  <a:srgbClr val="1F3864"/>
                </a:solidFill>
              </a:rPr>
              <a:t>Group into 4</a:t>
            </a:r>
            <a:r>
              <a:rPr lang="ko-KR" altLang="en-US" sz="1700" b="1" i="0" dirty="0">
                <a:solidFill>
                  <a:srgbClr val="1F3864"/>
                </a:solidFill>
              </a:rPr>
              <a:t> </a:t>
            </a:r>
            <a:r>
              <a:rPr lang="en-US" altLang="ko-KR" sz="1700" b="1" i="0" dirty="0">
                <a:solidFill>
                  <a:srgbClr val="1F3864"/>
                </a:solidFill>
              </a:rPr>
              <a:t>categories</a:t>
            </a:r>
          </a:p>
          <a:p>
            <a:pPr algn="ctr">
              <a:lnSpc>
                <a:spcPct val="110000"/>
              </a:lnSpc>
              <a:spcAft>
                <a:spcPts val="200"/>
              </a:spcAft>
            </a:pPr>
            <a:r>
              <a:rPr sz="1300" b="0" i="0" dirty="0">
                <a:solidFill>
                  <a:srgbClr val="595959"/>
                </a:solidFill>
              </a:rPr>
              <a:t>mean rank of</a:t>
            </a:r>
            <a:r>
              <a:rPr lang="en-US" sz="1300" dirty="0">
                <a:solidFill>
                  <a:srgbClr val="595959"/>
                </a:solidFill>
              </a:rPr>
              <a:t> </a:t>
            </a:r>
            <a:r>
              <a:rPr sz="1300" b="0" i="0" dirty="0">
                <a:solidFill>
                  <a:srgbClr val="595959"/>
                </a:solidFill>
              </a:rPr>
              <a:t>its metrics</a:t>
            </a:r>
          </a:p>
        </p:txBody>
      </p:sp>
      <p:sp>
        <p:nvSpPr>
          <p:cNvPr id="17" name="Right Arrow 16"/>
          <p:cNvSpPr/>
          <p:nvPr/>
        </p:nvSpPr>
        <p:spPr>
          <a:xfrm>
            <a:off x="8780526" y="1773936"/>
            <a:ext cx="347472" cy="384048"/>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219438" y="1280160"/>
            <a:ext cx="2329434" cy="1371600"/>
          </a:xfrm>
          <a:prstGeom prst="roundRect">
            <a:avLst>
              <a:gd name="adj" fmla="val 7000"/>
            </a:avLst>
          </a:prstGeom>
          <a:solidFill>
            <a:srgbClr val="FCE9DD"/>
          </a:solidFill>
          <a:ln w="15875">
            <a:solidFill>
              <a:srgbClr val="CB6015"/>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lnSpc>
                <a:spcPct val="110000"/>
              </a:lnSpc>
              <a:spcAft>
                <a:spcPts val="200"/>
              </a:spcAft>
            </a:pPr>
            <a:r>
              <a:rPr sz="1700" b="1" i="0" dirty="0">
                <a:solidFill>
                  <a:srgbClr val="CB6015"/>
                </a:solidFill>
              </a:rPr>
              <a:t>No overall score</a:t>
            </a:r>
          </a:p>
          <a:p>
            <a:pPr algn="ctr">
              <a:lnSpc>
                <a:spcPct val="110000"/>
              </a:lnSpc>
              <a:spcAft>
                <a:spcPts val="200"/>
              </a:spcAft>
            </a:pPr>
            <a:r>
              <a:rPr sz="1300" b="0" i="0" dirty="0">
                <a:solidFill>
                  <a:srgbClr val="595959"/>
                </a:solidFill>
              </a:rPr>
              <a:t>show the 4 </a:t>
            </a:r>
            <a:r>
              <a:rPr lang="en-US" sz="1300" dirty="0">
                <a:solidFill>
                  <a:srgbClr val="595959"/>
                </a:solidFill>
              </a:rPr>
              <a:t>categories</a:t>
            </a:r>
            <a:br>
              <a:rPr lang="en-US" sz="1300" b="0" i="0" dirty="0">
                <a:solidFill>
                  <a:srgbClr val="595959"/>
                </a:solidFill>
              </a:rPr>
            </a:br>
            <a:r>
              <a:rPr sz="1300" b="0" i="0" dirty="0">
                <a:solidFill>
                  <a:srgbClr val="595959"/>
                </a:solidFill>
              </a:rPr>
              <a:t>side by side</a:t>
            </a:r>
            <a:endParaRPr lang="en-US" sz="1300" b="0" i="0" dirty="0">
              <a:solidFill>
                <a:srgbClr val="595959"/>
              </a:solidFill>
            </a:endParaRPr>
          </a:p>
          <a:p>
            <a:pPr algn="ctr">
              <a:lnSpc>
                <a:spcPct val="110000"/>
              </a:lnSpc>
              <a:spcAft>
                <a:spcPts val="200"/>
              </a:spcAft>
            </a:pPr>
            <a:r>
              <a:rPr lang="en-US" altLang="ko-KR" sz="1200" b="1" dirty="0">
                <a:solidFill>
                  <a:srgbClr val="2E7D32"/>
                </a:solidFill>
              </a:rPr>
              <a:t>Fixes </a:t>
            </a:r>
            <a:r>
              <a:rPr lang="ko-KR" altLang="en-US" sz="1200" b="1" dirty="0">
                <a:solidFill>
                  <a:srgbClr val="2E7D32"/>
                </a:solidFill>
              </a:rPr>
              <a:t>③</a:t>
            </a:r>
            <a:endParaRPr sz="1300" b="0" i="0" dirty="0">
              <a:solidFill>
                <a:srgbClr val="595959"/>
              </a:solidFill>
            </a:endParaRPr>
          </a:p>
        </p:txBody>
      </p:sp>
      <p:sp>
        <p:nvSpPr>
          <p:cNvPr id="19" name="TextBox 18"/>
          <p:cNvSpPr txBox="1"/>
          <p:nvPr/>
        </p:nvSpPr>
        <p:spPr>
          <a:xfrm>
            <a:off x="640080" y="2743200"/>
            <a:ext cx="10908792" cy="945067"/>
          </a:xfrm>
          <a:prstGeom prst="rect">
            <a:avLst/>
          </a:prstGeom>
          <a:noFill/>
        </p:spPr>
        <p:txBody>
          <a:bodyPr wrap="square" anchor="t">
            <a:spAutoFit/>
          </a:bodyPr>
          <a:lstStyle/>
          <a:p>
            <a:pPr>
              <a:lnSpc>
                <a:spcPct val="120000"/>
              </a:lnSpc>
              <a:spcAft>
                <a:spcPts val="400"/>
              </a:spcAft>
            </a:pPr>
            <a:r>
              <a:rPr sz="1400" b="1" i="0" dirty="0">
                <a:solidFill>
                  <a:srgbClr val="2E7D32"/>
                </a:solidFill>
              </a:rPr>
              <a:t>Fixes  </a:t>
            </a:r>
            <a:endParaRPr lang="en-US" sz="1400" b="1" i="0" dirty="0">
              <a:solidFill>
                <a:srgbClr val="2E7D32"/>
              </a:solidFill>
            </a:endParaRPr>
          </a:p>
          <a:p>
            <a:pPr>
              <a:lnSpc>
                <a:spcPct val="120000"/>
              </a:lnSpc>
              <a:spcAft>
                <a:spcPts val="400"/>
              </a:spcAft>
            </a:pPr>
            <a:r>
              <a:rPr sz="1400" b="1" i="0" dirty="0">
                <a:solidFill>
                  <a:srgbClr val="2E7D32"/>
                </a:solidFill>
              </a:rPr>
              <a:t>① </a:t>
            </a:r>
            <a:r>
              <a:rPr lang="en-US" sz="1400" b="1" dirty="0">
                <a:solidFill>
                  <a:srgbClr val="2E7D32"/>
                </a:solidFill>
              </a:rPr>
              <a:t>R</a:t>
            </a:r>
            <a:r>
              <a:rPr lang="en-US" sz="1400" b="1" i="0" dirty="0">
                <a:solidFill>
                  <a:srgbClr val="2E7D32"/>
                </a:solidFill>
              </a:rPr>
              <a:t>anks are not affected by scale or outliers. so</a:t>
            </a:r>
            <a:r>
              <a:rPr lang="en-US" sz="1400" b="1" dirty="0">
                <a:solidFill>
                  <a:srgbClr val="2E7D32"/>
                </a:solidFill>
              </a:rPr>
              <a:t>, </a:t>
            </a:r>
            <a:r>
              <a:rPr lang="en-US" sz="1400" b="1" i="0" dirty="0">
                <a:solidFill>
                  <a:srgbClr val="2E7D32"/>
                </a:solidFill>
              </a:rPr>
              <a:t>every metric counts equally</a:t>
            </a:r>
          </a:p>
          <a:p>
            <a:pPr>
              <a:lnSpc>
                <a:spcPct val="120000"/>
              </a:lnSpc>
              <a:spcAft>
                <a:spcPts val="400"/>
              </a:spcAft>
            </a:pPr>
            <a:r>
              <a:rPr sz="1400" b="1" i="0" dirty="0">
                <a:solidFill>
                  <a:srgbClr val="2E7D32"/>
                </a:solidFill>
              </a:rPr>
              <a:t>③ </a:t>
            </a:r>
            <a:r>
              <a:rPr lang="en-US" sz="1400" b="1" dirty="0">
                <a:solidFill>
                  <a:srgbClr val="2E7D32"/>
                </a:solidFill>
              </a:rPr>
              <a:t>S</a:t>
            </a:r>
            <a:r>
              <a:rPr lang="en-US" sz="1400" b="1" i="0" dirty="0">
                <a:solidFill>
                  <a:srgbClr val="2E7D32"/>
                </a:solidFill>
              </a:rPr>
              <a:t>how tradeoffs</a:t>
            </a:r>
            <a:endParaRPr sz="1400" b="0" i="0" dirty="0">
              <a:solidFill>
                <a:srgbClr val="1A1A1A"/>
              </a:solidFill>
            </a:endParaRPr>
          </a:p>
        </p:txBody>
      </p:sp>
      <p:sp>
        <p:nvSpPr>
          <p:cNvPr id="20" name="TextBox 19"/>
          <p:cNvSpPr txBox="1"/>
          <p:nvPr/>
        </p:nvSpPr>
        <p:spPr>
          <a:xfrm>
            <a:off x="631371" y="3744687"/>
            <a:ext cx="10908792" cy="375359"/>
          </a:xfrm>
          <a:prstGeom prst="rect">
            <a:avLst/>
          </a:prstGeom>
          <a:noFill/>
        </p:spPr>
        <p:txBody>
          <a:bodyPr wrap="square" anchor="t">
            <a:spAutoFit/>
          </a:bodyPr>
          <a:lstStyle/>
          <a:p>
            <a:pPr>
              <a:lnSpc>
                <a:spcPct val="120000"/>
              </a:lnSpc>
              <a:spcAft>
                <a:spcPts val="400"/>
              </a:spcAft>
            </a:pPr>
            <a:r>
              <a:rPr sz="1700" b="1" i="0" dirty="0">
                <a:solidFill>
                  <a:srgbClr val="1F3864"/>
                </a:solidFill>
              </a:rPr>
              <a:t>Fixes ② — two separate comparison sets</a:t>
            </a:r>
          </a:p>
        </p:txBody>
      </p:sp>
      <p:sp>
        <p:nvSpPr>
          <p:cNvPr id="21" name="Rounded Rectangle 20"/>
          <p:cNvSpPr/>
          <p:nvPr/>
        </p:nvSpPr>
        <p:spPr>
          <a:xfrm>
            <a:off x="631371" y="4247607"/>
            <a:ext cx="5303520" cy="1463040"/>
          </a:xfrm>
          <a:prstGeom prst="roundRect">
            <a:avLst>
              <a:gd name="adj" fmla="val 7000"/>
            </a:avLst>
          </a:prstGeom>
          <a:solidFill>
            <a:srgbClr val="FCE9DD"/>
          </a:solidFill>
          <a:ln w="15875">
            <a:solidFill>
              <a:srgbClr val="CB6015"/>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lnSpc>
                <a:spcPct val="110000"/>
              </a:lnSpc>
              <a:spcAft>
                <a:spcPts val="600"/>
              </a:spcAft>
            </a:pPr>
            <a:r>
              <a:rPr lang="en-US" sz="1700" b="1" i="0" dirty="0">
                <a:solidFill>
                  <a:srgbClr val="CB6015"/>
                </a:solidFill>
              </a:rPr>
              <a:t>Main comparison  ·  </a:t>
            </a:r>
            <a:r>
              <a:rPr sz="1700" b="1" i="0" dirty="0">
                <a:solidFill>
                  <a:srgbClr val="CB6015"/>
                </a:solidFill>
              </a:rPr>
              <a:t>7 models</a:t>
            </a:r>
          </a:p>
          <a:p>
            <a:pPr algn="ctr">
              <a:lnSpc>
                <a:spcPct val="110000"/>
              </a:lnSpc>
              <a:spcAft>
                <a:spcPts val="200"/>
              </a:spcAft>
            </a:pPr>
            <a:r>
              <a:rPr sz="1400" b="0" i="0" dirty="0">
                <a:solidFill>
                  <a:srgbClr val="1A1A1A"/>
                </a:solidFill>
              </a:rPr>
              <a:t>6 baselines + 1 </a:t>
            </a:r>
            <a:r>
              <a:rPr sz="1400" b="0" i="0" dirty="0" err="1">
                <a:solidFill>
                  <a:srgbClr val="1A1A1A"/>
                </a:solidFill>
              </a:rPr>
              <a:t>PRiMeFlow</a:t>
            </a:r>
            <a:r>
              <a:rPr sz="1400" b="0" i="0" dirty="0">
                <a:solidFill>
                  <a:srgbClr val="1A1A1A"/>
                </a:solidFill>
              </a:rPr>
              <a:t> (U-Net + gene </a:t>
            </a:r>
            <a:r>
              <a:rPr sz="1400" b="0" i="0" dirty="0" err="1">
                <a:solidFill>
                  <a:srgbClr val="1A1A1A"/>
                </a:solidFill>
              </a:rPr>
              <a:t>emb</a:t>
            </a:r>
            <a:r>
              <a:rPr sz="1400" b="0" i="0" dirty="0">
                <a:solidFill>
                  <a:srgbClr val="1A1A1A"/>
                </a:solidFill>
              </a:rPr>
              <a:t>, CFG = 1)</a:t>
            </a:r>
          </a:p>
        </p:txBody>
      </p:sp>
      <p:sp>
        <p:nvSpPr>
          <p:cNvPr id="22" name="Rounded Rectangle 21"/>
          <p:cNvSpPr/>
          <p:nvPr/>
        </p:nvSpPr>
        <p:spPr>
          <a:xfrm>
            <a:off x="6236643" y="4247607"/>
            <a:ext cx="5303520" cy="1463040"/>
          </a:xfrm>
          <a:prstGeom prst="roundRect">
            <a:avLst>
              <a:gd name="adj" fmla="val 7000"/>
            </a:avLst>
          </a:prstGeom>
          <a:solidFill>
            <a:srgbClr val="E8EDF5"/>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lnSpc>
                <a:spcPct val="110000"/>
              </a:lnSpc>
              <a:spcAft>
                <a:spcPts val="600"/>
              </a:spcAft>
            </a:pPr>
            <a:r>
              <a:rPr sz="1700" b="1" i="0" dirty="0">
                <a:solidFill>
                  <a:srgbClr val="1F3864"/>
                </a:solidFill>
              </a:rPr>
              <a:t>4 models</a:t>
            </a:r>
            <a:r>
              <a:rPr lang="en-US" sz="1700" b="1" i="0" dirty="0">
                <a:solidFill>
                  <a:srgbClr val="1F3864"/>
                </a:solidFill>
              </a:rPr>
              <a:t> (</a:t>
            </a:r>
            <a:r>
              <a:rPr lang="en-US" sz="1700" b="1" i="0" dirty="0" err="1">
                <a:solidFill>
                  <a:srgbClr val="1F3864"/>
                </a:solidFill>
              </a:rPr>
              <a:t>PRiMeFlows</a:t>
            </a:r>
            <a:r>
              <a:rPr lang="en-US" sz="1700" b="1" i="0" dirty="0">
                <a:solidFill>
                  <a:srgbClr val="1F3864"/>
                </a:solidFill>
              </a:rPr>
              <a:t>)</a:t>
            </a:r>
            <a:endParaRPr sz="1700" b="1" i="0" dirty="0">
              <a:solidFill>
                <a:srgbClr val="1F3864"/>
              </a:solidFill>
            </a:endParaRPr>
          </a:p>
          <a:p>
            <a:pPr algn="ctr">
              <a:lnSpc>
                <a:spcPct val="110000"/>
              </a:lnSpc>
              <a:spcAft>
                <a:spcPts val="200"/>
              </a:spcAft>
            </a:pPr>
            <a:r>
              <a:rPr lang="en-US" sz="1400" b="0" i="0" dirty="0">
                <a:solidFill>
                  <a:srgbClr val="1A1A1A"/>
                </a:solidFill>
              </a:rPr>
              <a:t>N</a:t>
            </a:r>
            <a:r>
              <a:rPr sz="1400" b="0" i="0" dirty="0">
                <a:solidFill>
                  <a:srgbClr val="1A1A1A"/>
                </a:solidFill>
              </a:rPr>
              <a:t>o</a:t>
            </a:r>
            <a:r>
              <a:rPr lang="en-US" sz="1400" b="0" i="0" dirty="0">
                <a:solidFill>
                  <a:srgbClr val="1A1A1A"/>
                </a:solidFill>
              </a:rPr>
              <a:t>-</a:t>
            </a:r>
            <a:r>
              <a:rPr sz="1400" b="0" i="0" dirty="0" err="1">
                <a:solidFill>
                  <a:srgbClr val="1A1A1A"/>
                </a:solidFill>
              </a:rPr>
              <a:t>emb</a:t>
            </a:r>
            <a:r>
              <a:rPr lang="en-US" sz="1400" dirty="0">
                <a:solidFill>
                  <a:srgbClr val="1A1A1A"/>
                </a:solidFill>
              </a:rPr>
              <a:t>, </a:t>
            </a:r>
            <a:r>
              <a:rPr sz="1400" b="0" i="0" dirty="0">
                <a:solidFill>
                  <a:srgbClr val="1A1A1A"/>
                </a:solidFill>
              </a:rPr>
              <a:t>gene</a:t>
            </a:r>
            <a:r>
              <a:rPr lang="en-US" sz="1400" b="0" i="0" dirty="0">
                <a:solidFill>
                  <a:srgbClr val="1A1A1A"/>
                </a:solidFill>
              </a:rPr>
              <a:t>-</a:t>
            </a:r>
            <a:r>
              <a:rPr sz="1400" b="0" i="0" dirty="0" err="1">
                <a:solidFill>
                  <a:srgbClr val="1A1A1A"/>
                </a:solidFill>
              </a:rPr>
              <a:t>emb</a:t>
            </a:r>
            <a:r>
              <a:rPr sz="1400" b="0" i="0" dirty="0">
                <a:solidFill>
                  <a:srgbClr val="1A1A1A"/>
                </a:solidFill>
              </a:rPr>
              <a:t> with CFG 1 / 3 / 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2"/>
          <p:cNvSpPr>
            <a:spLocks noGrp="1"/>
          </p:cNvSpPr>
          <p:nvPr>
            <p:ph type="title"/>
          </p:nvPr>
        </p:nvSpPr>
        <p:spPr>
          <a:xfrm>
            <a:off x="640080" y="0"/>
            <a:ext cx="10495280" cy="532765"/>
          </a:xfrm>
        </p:spPr>
        <p:txBody>
          <a:bodyPr anchor="ctr">
            <a:normAutofit/>
          </a:bodyPr>
          <a:lstStyle/>
          <a:p>
            <a:r>
              <a:rPr lang="en-US" altLang="ko-KR" dirty="0"/>
              <a:t>Evaluation</a:t>
            </a:r>
            <a:endParaRPr lang="ko-KR" altLang="en-US" dirty="0"/>
          </a:p>
        </p:txBody>
      </p:sp>
      <p:sp>
        <p:nvSpPr>
          <p:cNvPr id="4" name="슬라이드 번호 개체 틀 5"/>
          <p:cNvSpPr>
            <a:spLocks noGrp="1"/>
          </p:cNvSpPr>
          <p:nvPr>
            <p:ph type="sldNum" sz="quarter" idx="12"/>
          </p:nvPr>
        </p:nvSpPr>
        <p:spPr>
          <a:xfrm>
            <a:off x="11394440" y="167640"/>
            <a:ext cx="680720" cy="365125"/>
          </a:xfrm>
        </p:spPr>
        <p:txBody>
          <a:bodyPr anchor="ctr">
            <a:normAutofit/>
          </a:bodyPr>
          <a:lstStyle/>
          <a:p>
            <a:pPr lvl="0">
              <a:spcAft>
                <a:spcPts val="600"/>
              </a:spcAft>
              <a:defRPr/>
            </a:pPr>
            <a:fld id="{270A37BF-2F50-41DA-93AE-68AB3A5DB358}" type="slidenum">
              <a:rPr lang="en-US" altLang="en-US" smtClean="0"/>
              <a:t>4</a:t>
            </a:fld>
            <a:endParaRPr lang="en-US" altLang="en-US"/>
          </a:p>
        </p:txBody>
      </p:sp>
      <p:grpSp>
        <p:nvGrpSpPr>
          <p:cNvPr id="9" name="그룹 8"/>
          <p:cNvGrpSpPr/>
          <p:nvPr/>
        </p:nvGrpSpPr>
        <p:grpSpPr>
          <a:xfrm>
            <a:off x="640079" y="633973"/>
            <a:ext cx="11435081" cy="496546"/>
            <a:chOff x="640078" y="575266"/>
            <a:chExt cx="13044315" cy="496546"/>
          </a:xfrm>
        </p:grpSpPr>
        <p:sp>
          <p:nvSpPr>
            <p:cNvPr id="10" name="TextBox 9"/>
            <p:cNvSpPr txBox="1"/>
            <p:nvPr/>
          </p:nvSpPr>
          <p:spPr>
            <a:xfrm>
              <a:off x="715781" y="575266"/>
              <a:ext cx="12968612" cy="496546"/>
            </a:xfrm>
            <a:prstGeom prst="rect">
              <a:avLst/>
            </a:prstGeom>
            <a:noFill/>
          </p:spPr>
          <p:txBody>
            <a:bodyPr wrap="square" anchor="ctr">
              <a:spAutoFit/>
            </a:bodyPr>
            <a:lstStyle/>
            <a:p>
              <a:pPr latinLnBrk="0">
                <a:lnSpc>
                  <a:spcPct val="150000"/>
                </a:lnSpc>
              </a:pPr>
              <a:r>
                <a:rPr kumimoji="1" lang="en-US" altLang="ko-KR" sz="2000" b="1" dirty="0">
                  <a:latin typeface="Arial" panose="020B0604020202020204" pitchFamily="34" charset="0"/>
                  <a:cs typeface="Arial" panose="020B0604020202020204" pitchFamily="34" charset="0"/>
                </a:rPr>
                <a:t>The 4 categories — what each one asks</a:t>
              </a:r>
            </a:p>
          </p:txBody>
        </p:sp>
        <p:sp>
          <p:nvSpPr>
            <p:cNvPr id="11" name="직사각형 10"/>
            <p:cNvSpPr/>
            <p:nvPr/>
          </p:nvSpPr>
          <p:spPr>
            <a:xfrm>
              <a:off x="640078" y="652703"/>
              <a:ext cx="108000" cy="394943"/>
            </a:xfrm>
            <a:prstGeom prst="rect">
              <a:avLst/>
            </a:prstGeom>
            <a:solidFill>
              <a:srgbClr val="CB6015"/>
            </a:solidFill>
            <a:ln>
              <a:noFill/>
            </a:ln>
          </p:spPr>
          <p:txBody>
            <a:bodyPr rtlCol="0" anchor="ctr"/>
            <a:lstStyle/>
            <a:p>
              <a:pPr algn="ctr"/>
              <a:endParaRPr lang="ko-KR" altLang="en-US"/>
            </a:p>
          </p:txBody>
        </p:sp>
      </p:grpSp>
      <p:sp>
        <p:nvSpPr>
          <p:cNvPr id="12" name="Rounded Rectangle 11"/>
          <p:cNvSpPr/>
          <p:nvPr/>
        </p:nvSpPr>
        <p:spPr>
          <a:xfrm>
            <a:off x="640080" y="1280160"/>
            <a:ext cx="5303520" cy="2148840"/>
          </a:xfrm>
          <a:prstGeom prst="roundRect">
            <a:avLst>
              <a:gd name="adj" fmla="val 7000"/>
            </a:avLst>
          </a:prstGeom>
          <a:solidFill>
            <a:srgbClr val="FCE9DD"/>
          </a:solidFill>
          <a:ln w="15875">
            <a:solidFill>
              <a:srgbClr val="CB6015"/>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lnSpc>
                <a:spcPct val="110000"/>
              </a:lnSpc>
              <a:spcAft>
                <a:spcPts val="800"/>
              </a:spcAft>
            </a:pPr>
            <a:r>
              <a:rPr sz="2000" b="1" i="0">
                <a:solidFill>
                  <a:srgbClr val="CB6015"/>
                </a:solidFill>
              </a:rPr>
              <a:t>Accuracy</a:t>
            </a:r>
          </a:p>
          <a:p>
            <a:pPr algn="l">
              <a:lnSpc>
                <a:spcPct val="110000"/>
              </a:lnSpc>
              <a:spcAft>
                <a:spcPts val="1000"/>
              </a:spcAft>
            </a:pPr>
            <a:r>
              <a:rPr sz="1600" b="1" i="0">
                <a:solidFill>
                  <a:srgbClr val="1F3864"/>
                </a:solidFill>
              </a:rPr>
              <a:t>Is the predicted mean expression close to the real one?</a:t>
            </a:r>
          </a:p>
          <a:p>
            <a:pPr algn="l">
              <a:lnSpc>
                <a:spcPct val="110000"/>
              </a:lnSpc>
              <a:spcAft>
                <a:spcPts val="200"/>
              </a:spcAft>
            </a:pPr>
            <a:r>
              <a:rPr sz="1300" b="0" i="0">
                <a:solidFill>
                  <a:srgbClr val="595959"/>
                </a:solidFill>
              </a:rPr>
              <a:t>RMSE ↓ · cos PCA ↑ · cos logFC ↑ · R² ↑</a:t>
            </a:r>
          </a:p>
        </p:txBody>
      </p:sp>
      <p:sp>
        <p:nvSpPr>
          <p:cNvPr id="13" name="Rounded Rectangle 12"/>
          <p:cNvSpPr/>
          <p:nvPr/>
        </p:nvSpPr>
        <p:spPr>
          <a:xfrm>
            <a:off x="6245352" y="1280160"/>
            <a:ext cx="5303520" cy="2148840"/>
          </a:xfrm>
          <a:prstGeom prst="roundRect">
            <a:avLst>
              <a:gd name="adj" fmla="val 7000"/>
            </a:avLst>
          </a:prstGeom>
          <a:solidFill>
            <a:srgbClr val="FCE9DD"/>
          </a:solidFill>
          <a:ln w="15875">
            <a:solidFill>
              <a:srgbClr val="CB6015"/>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lnSpc>
                <a:spcPct val="110000"/>
              </a:lnSpc>
              <a:spcAft>
                <a:spcPts val="800"/>
              </a:spcAft>
            </a:pPr>
            <a:r>
              <a:rPr sz="2000" b="1" i="0" dirty="0">
                <a:solidFill>
                  <a:srgbClr val="CB6015"/>
                </a:solidFill>
              </a:rPr>
              <a:t>Specificity</a:t>
            </a:r>
          </a:p>
          <a:p>
            <a:pPr algn="l">
              <a:lnSpc>
                <a:spcPct val="110000"/>
              </a:lnSpc>
              <a:spcAft>
                <a:spcPts val="1000"/>
              </a:spcAft>
            </a:pPr>
            <a:r>
              <a:rPr sz="1600" b="1" i="0" dirty="0">
                <a:solidFill>
                  <a:srgbClr val="1F3864"/>
                </a:solidFill>
              </a:rPr>
              <a:t>Is each prediction closest to its own perturbation, not to others?</a:t>
            </a:r>
          </a:p>
          <a:p>
            <a:pPr algn="l">
              <a:lnSpc>
                <a:spcPct val="110000"/>
              </a:lnSpc>
              <a:spcAft>
                <a:spcPts val="200"/>
              </a:spcAft>
            </a:pPr>
            <a:r>
              <a:rPr sz="1300" b="0" i="0" dirty="0">
                <a:solidFill>
                  <a:srgbClr val="595959"/>
                </a:solidFill>
              </a:rPr>
              <a:t>rank versions of RMSE · cos PCA · cos </a:t>
            </a:r>
            <a:r>
              <a:rPr sz="1300" b="0" i="0" dirty="0" err="1">
                <a:solidFill>
                  <a:srgbClr val="595959"/>
                </a:solidFill>
              </a:rPr>
              <a:t>logFC</a:t>
            </a:r>
            <a:r>
              <a:rPr sz="1300" b="0" i="0" dirty="0">
                <a:solidFill>
                  <a:srgbClr val="595959"/>
                </a:solidFill>
              </a:rPr>
              <a:t> · MMD</a:t>
            </a:r>
            <a:br>
              <a:rPr lang="en-US" sz="1300" b="0" i="0" dirty="0">
                <a:solidFill>
                  <a:srgbClr val="595959"/>
                </a:solidFill>
              </a:rPr>
            </a:br>
            <a:r>
              <a:rPr sz="1300" b="0" i="0" dirty="0">
                <a:solidFill>
                  <a:srgbClr val="595959"/>
                </a:solidFill>
              </a:rPr>
              <a:t>(↓, 0 = perfect)</a:t>
            </a:r>
          </a:p>
        </p:txBody>
      </p:sp>
      <p:sp>
        <p:nvSpPr>
          <p:cNvPr id="14" name="Rounded Rectangle 13"/>
          <p:cNvSpPr/>
          <p:nvPr/>
        </p:nvSpPr>
        <p:spPr>
          <a:xfrm>
            <a:off x="640080" y="3657600"/>
            <a:ext cx="5303520" cy="2148840"/>
          </a:xfrm>
          <a:prstGeom prst="roundRect">
            <a:avLst>
              <a:gd name="adj" fmla="val 7000"/>
            </a:avLst>
          </a:prstGeom>
          <a:solidFill>
            <a:srgbClr val="FCE9DD"/>
          </a:solidFill>
          <a:ln w="15875">
            <a:solidFill>
              <a:srgbClr val="CB6015"/>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lnSpc>
                <a:spcPct val="110000"/>
              </a:lnSpc>
              <a:spcAft>
                <a:spcPts val="800"/>
              </a:spcAft>
            </a:pPr>
            <a:r>
              <a:rPr sz="2000" b="1" i="0" dirty="0">
                <a:solidFill>
                  <a:srgbClr val="CB6015"/>
                </a:solidFill>
              </a:rPr>
              <a:t>DEG recall</a:t>
            </a:r>
          </a:p>
          <a:p>
            <a:pPr algn="l">
              <a:lnSpc>
                <a:spcPct val="110000"/>
              </a:lnSpc>
              <a:spcAft>
                <a:spcPts val="1000"/>
              </a:spcAft>
            </a:pPr>
            <a:r>
              <a:rPr sz="1600" b="1" i="0" dirty="0">
                <a:solidFill>
                  <a:srgbClr val="1F3864"/>
                </a:solidFill>
              </a:rPr>
              <a:t>Does it recover the real top-k differentially</a:t>
            </a:r>
            <a:br>
              <a:rPr lang="en-US" sz="1600" b="1" i="0" dirty="0">
                <a:solidFill>
                  <a:srgbClr val="1F3864"/>
                </a:solidFill>
              </a:rPr>
            </a:br>
            <a:r>
              <a:rPr sz="1600" b="1" i="0" dirty="0">
                <a:solidFill>
                  <a:srgbClr val="1F3864"/>
                </a:solidFill>
              </a:rPr>
              <a:t>expressed genes?</a:t>
            </a:r>
          </a:p>
          <a:p>
            <a:pPr algn="l">
              <a:lnSpc>
                <a:spcPct val="110000"/>
              </a:lnSpc>
              <a:spcAft>
                <a:spcPts val="200"/>
              </a:spcAft>
            </a:pPr>
            <a:r>
              <a:rPr sz="1300" b="0" i="0" dirty="0">
                <a:solidFill>
                  <a:srgbClr val="595959"/>
                </a:solidFill>
              </a:rPr>
              <a:t>top-k recall ↑</a:t>
            </a:r>
          </a:p>
        </p:txBody>
      </p:sp>
      <p:sp>
        <p:nvSpPr>
          <p:cNvPr id="15" name="Rounded Rectangle 14"/>
          <p:cNvSpPr/>
          <p:nvPr/>
        </p:nvSpPr>
        <p:spPr>
          <a:xfrm>
            <a:off x="6245352" y="3657600"/>
            <a:ext cx="5303520" cy="2148840"/>
          </a:xfrm>
          <a:prstGeom prst="roundRect">
            <a:avLst>
              <a:gd name="adj" fmla="val 7000"/>
            </a:avLst>
          </a:prstGeom>
          <a:solidFill>
            <a:srgbClr val="FCE9DD"/>
          </a:solidFill>
          <a:ln w="15875">
            <a:solidFill>
              <a:srgbClr val="CB6015"/>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lnSpc>
                <a:spcPct val="110000"/>
              </a:lnSpc>
              <a:spcAft>
                <a:spcPts val="800"/>
              </a:spcAft>
            </a:pPr>
            <a:r>
              <a:rPr sz="2000" b="1" i="0" dirty="0">
                <a:solidFill>
                  <a:srgbClr val="CB6015"/>
                </a:solidFill>
              </a:rPr>
              <a:t>Distribution</a:t>
            </a:r>
          </a:p>
          <a:p>
            <a:pPr algn="l">
              <a:lnSpc>
                <a:spcPct val="110000"/>
              </a:lnSpc>
              <a:spcAft>
                <a:spcPts val="1000"/>
              </a:spcAft>
            </a:pPr>
            <a:r>
              <a:rPr sz="1600" b="1" i="0" dirty="0">
                <a:solidFill>
                  <a:srgbClr val="1F3864"/>
                </a:solidFill>
              </a:rPr>
              <a:t>Does the single-cell distribution match </a:t>
            </a:r>
            <a:br>
              <a:rPr lang="en-US" sz="1600" b="1" i="0" dirty="0">
                <a:solidFill>
                  <a:srgbClr val="1F3864"/>
                </a:solidFill>
              </a:rPr>
            </a:br>
            <a:r>
              <a:rPr sz="1600" b="1" i="0" dirty="0">
                <a:solidFill>
                  <a:srgbClr val="1F3864"/>
                </a:solidFill>
              </a:rPr>
              <a:t>— not the mean?</a:t>
            </a:r>
          </a:p>
          <a:p>
            <a:pPr algn="l">
              <a:lnSpc>
                <a:spcPct val="110000"/>
              </a:lnSpc>
              <a:spcAft>
                <a:spcPts val="200"/>
              </a:spcAft>
            </a:pPr>
            <a:r>
              <a:rPr sz="1300" b="0" i="0" dirty="0">
                <a:solidFill>
                  <a:srgbClr val="595959"/>
                </a:solidFill>
              </a:rPr>
              <a:t>MMD PCA ↓  (distance between cell distributions in PCA space)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2"/>
          <p:cNvSpPr>
            <a:spLocks noGrp="1"/>
          </p:cNvSpPr>
          <p:nvPr>
            <p:ph type="title"/>
          </p:nvPr>
        </p:nvSpPr>
        <p:spPr>
          <a:xfrm>
            <a:off x="640080" y="0"/>
            <a:ext cx="10495280" cy="532765"/>
          </a:xfrm>
        </p:spPr>
        <p:txBody>
          <a:bodyPr anchor="ctr">
            <a:normAutofit/>
          </a:bodyPr>
          <a:lstStyle/>
          <a:p>
            <a:r>
              <a:rPr lang="en-US" altLang="ko-KR" dirty="0"/>
              <a:t>Results - </a:t>
            </a:r>
            <a:r>
              <a:rPr kumimoji="1" lang="en-US" altLang="ko-KR" dirty="0"/>
              <a:t>Comparison (1; main)</a:t>
            </a:r>
            <a:endParaRPr lang="ko-KR" altLang="en-US" dirty="0"/>
          </a:p>
        </p:txBody>
      </p:sp>
      <p:sp>
        <p:nvSpPr>
          <p:cNvPr id="4" name="슬라이드 번호 개체 틀 5"/>
          <p:cNvSpPr>
            <a:spLocks noGrp="1"/>
          </p:cNvSpPr>
          <p:nvPr>
            <p:ph type="sldNum" sz="quarter" idx="12"/>
          </p:nvPr>
        </p:nvSpPr>
        <p:spPr>
          <a:xfrm>
            <a:off x="11394440" y="167640"/>
            <a:ext cx="680720" cy="365125"/>
          </a:xfrm>
        </p:spPr>
        <p:txBody>
          <a:bodyPr anchor="ctr">
            <a:normAutofit/>
          </a:bodyPr>
          <a:lstStyle/>
          <a:p>
            <a:pPr lvl="0">
              <a:spcAft>
                <a:spcPts val="600"/>
              </a:spcAft>
              <a:defRPr/>
            </a:pPr>
            <a:fld id="{270A37BF-2F50-41DA-93AE-68AB3A5DB358}" type="slidenum">
              <a:rPr lang="en-US" altLang="en-US" smtClean="0"/>
              <a:t>5</a:t>
            </a:fld>
            <a:endParaRPr lang="en-US" altLang="en-US"/>
          </a:p>
        </p:txBody>
      </p:sp>
      <p:grpSp>
        <p:nvGrpSpPr>
          <p:cNvPr id="9" name="그룹 8"/>
          <p:cNvGrpSpPr/>
          <p:nvPr/>
        </p:nvGrpSpPr>
        <p:grpSpPr>
          <a:xfrm>
            <a:off x="640079" y="633973"/>
            <a:ext cx="11435081" cy="496546"/>
            <a:chOff x="640078" y="575266"/>
            <a:chExt cx="13044315" cy="496546"/>
          </a:xfrm>
        </p:grpSpPr>
        <p:sp>
          <p:nvSpPr>
            <p:cNvPr id="10" name="TextBox 9"/>
            <p:cNvSpPr txBox="1"/>
            <p:nvPr/>
          </p:nvSpPr>
          <p:spPr>
            <a:xfrm>
              <a:off x="715781" y="575266"/>
              <a:ext cx="12968612" cy="496546"/>
            </a:xfrm>
            <a:prstGeom prst="rect">
              <a:avLst/>
            </a:prstGeom>
            <a:noFill/>
          </p:spPr>
          <p:txBody>
            <a:bodyPr wrap="square" anchor="ctr">
              <a:spAutoFit/>
            </a:bodyPr>
            <a:lstStyle/>
            <a:p>
              <a:pPr latinLnBrk="0">
                <a:lnSpc>
                  <a:spcPct val="150000"/>
                </a:lnSpc>
              </a:pPr>
              <a:r>
                <a:rPr kumimoji="1" lang="en-US" altLang="ko-KR" sz="2000" b="1" dirty="0">
                  <a:latin typeface="Arial" panose="020B0604020202020204" pitchFamily="34" charset="0"/>
                  <a:cs typeface="Arial" panose="020B0604020202020204" pitchFamily="34" charset="0"/>
                </a:rPr>
                <a:t>7 models, mean rank on each category</a:t>
              </a:r>
            </a:p>
          </p:txBody>
        </p:sp>
        <p:sp>
          <p:nvSpPr>
            <p:cNvPr id="11" name="직사각형 10"/>
            <p:cNvSpPr/>
            <p:nvPr/>
          </p:nvSpPr>
          <p:spPr>
            <a:xfrm>
              <a:off x="640078" y="652703"/>
              <a:ext cx="108000" cy="394943"/>
            </a:xfrm>
            <a:prstGeom prst="rect">
              <a:avLst/>
            </a:prstGeom>
            <a:solidFill>
              <a:srgbClr val="CB6015"/>
            </a:solidFill>
            <a:ln>
              <a:noFill/>
            </a:ln>
          </p:spPr>
          <p:txBody>
            <a:bodyPr rtlCol="0" anchor="ctr"/>
            <a:lstStyle/>
            <a:p>
              <a:pPr algn="ctr"/>
              <a:endParaRPr lang="ko-KR" altLang="en-US"/>
            </a:p>
          </p:txBody>
        </p:sp>
      </p:grpSp>
      <p:pic>
        <p:nvPicPr>
          <p:cNvPr id="12" name="Picture 11" descr="fig_summary.png"/>
          <p:cNvPicPr>
            <a:picLocks noChangeAspect="1"/>
          </p:cNvPicPr>
          <p:nvPr/>
        </p:nvPicPr>
        <p:blipFill>
          <a:blip r:embed="rId3"/>
          <a:stretch>
            <a:fillRect/>
          </a:stretch>
        </p:blipFill>
        <p:spPr>
          <a:xfrm>
            <a:off x="640080" y="1234440"/>
            <a:ext cx="10908792" cy="3067830"/>
          </a:xfrm>
          <a:prstGeom prst="rect">
            <a:avLst/>
          </a:prstGeom>
        </p:spPr>
      </p:pic>
      <p:sp>
        <p:nvSpPr>
          <p:cNvPr id="13" name="TextBox 12"/>
          <p:cNvSpPr txBox="1"/>
          <p:nvPr/>
        </p:nvSpPr>
        <p:spPr>
          <a:xfrm>
            <a:off x="640080" y="4480560"/>
            <a:ext cx="10908792" cy="1745671"/>
          </a:xfrm>
          <a:prstGeom prst="rect">
            <a:avLst/>
          </a:prstGeom>
          <a:noFill/>
        </p:spPr>
        <p:txBody>
          <a:bodyPr wrap="square" anchor="t">
            <a:spAutoFit/>
          </a:bodyPr>
          <a:lstStyle/>
          <a:p>
            <a:pPr marL="285750" indent="-285750">
              <a:lnSpc>
                <a:spcPct val="120000"/>
              </a:lnSpc>
              <a:spcAft>
                <a:spcPts val="400"/>
              </a:spcAft>
              <a:buFont typeface="Arial"/>
              <a:buChar char="-"/>
            </a:pPr>
            <a:r>
              <a:rPr sz="1600" b="1" i="0" dirty="0" err="1">
                <a:solidFill>
                  <a:srgbClr val="C00000"/>
                </a:solidFill>
              </a:rPr>
              <a:t>PRiMeFlow</a:t>
            </a:r>
            <a:r>
              <a:rPr sz="1600" b="0" i="0" dirty="0">
                <a:solidFill>
                  <a:srgbClr val="1A1A1A"/>
                </a:solidFill>
              </a:rPr>
              <a:t>: </a:t>
            </a:r>
            <a:r>
              <a:rPr sz="1600" b="1" i="0" dirty="0">
                <a:highlight>
                  <a:srgbClr val="FFFF00"/>
                </a:highlight>
              </a:rPr>
              <a:t>1st on DEG recall &amp; Distribution</a:t>
            </a:r>
            <a:r>
              <a:rPr sz="1600" b="0" i="0" dirty="0">
                <a:solidFill>
                  <a:srgbClr val="1A1A1A"/>
                </a:solidFill>
              </a:rPr>
              <a:t> · middle on Accuracy (3.25) · </a:t>
            </a:r>
            <a:r>
              <a:rPr sz="1600" b="1" i="0" dirty="0">
                <a:solidFill>
                  <a:srgbClr val="1A1A1A"/>
                </a:solidFill>
                <a:highlight>
                  <a:srgbClr val="FFFF00"/>
                </a:highlight>
              </a:rPr>
              <a:t>last on Specificity</a:t>
            </a:r>
          </a:p>
          <a:p>
            <a:pPr marL="285750" indent="-285750">
              <a:lnSpc>
                <a:spcPct val="120000"/>
              </a:lnSpc>
              <a:spcAft>
                <a:spcPts val="400"/>
              </a:spcAft>
              <a:buFont typeface="Arial"/>
              <a:buChar char="-"/>
            </a:pPr>
            <a:r>
              <a:rPr sz="1600" b="1" i="0" dirty="0">
                <a:solidFill>
                  <a:srgbClr val="1A1A1A"/>
                </a:solidFill>
              </a:rPr>
              <a:t>Every </a:t>
            </a:r>
            <a:r>
              <a:rPr lang="en-US" sz="1600" b="1" dirty="0">
                <a:solidFill>
                  <a:srgbClr val="1A1A1A"/>
                </a:solidFill>
              </a:rPr>
              <a:t>category</a:t>
            </a:r>
            <a:r>
              <a:rPr sz="1600" b="1" i="0" dirty="0">
                <a:solidFill>
                  <a:srgbClr val="1A1A1A"/>
                </a:solidFill>
              </a:rPr>
              <a:t> has a different winner</a:t>
            </a:r>
            <a:endParaRPr lang="en-US" sz="1600" dirty="0">
              <a:solidFill>
                <a:srgbClr val="1A1A1A"/>
              </a:solidFill>
            </a:endParaRPr>
          </a:p>
          <a:p>
            <a:pPr marL="742950" lvl="1" indent="-285750">
              <a:lnSpc>
                <a:spcPct val="120000"/>
              </a:lnSpc>
              <a:spcAft>
                <a:spcPts val="400"/>
              </a:spcAft>
              <a:buFont typeface="Arial"/>
              <a:buChar char="-"/>
            </a:pPr>
            <a:r>
              <a:rPr sz="1600" b="1" i="0" dirty="0" err="1">
                <a:solidFill>
                  <a:srgbClr val="0070C0"/>
                </a:solidFill>
              </a:rPr>
              <a:t>Latent_additive</a:t>
            </a:r>
            <a:r>
              <a:rPr sz="1600" b="0" i="0" dirty="0">
                <a:solidFill>
                  <a:srgbClr val="0070C0"/>
                </a:solidFill>
              </a:rPr>
              <a:t> </a:t>
            </a:r>
            <a:r>
              <a:rPr sz="1600" b="0" i="0" dirty="0">
                <a:solidFill>
                  <a:srgbClr val="1A1A1A"/>
                </a:solidFill>
              </a:rPr>
              <a:t>leads </a:t>
            </a:r>
            <a:r>
              <a:rPr sz="1600" b="1" i="0" dirty="0">
                <a:solidFill>
                  <a:srgbClr val="1A1A1A"/>
                </a:solidFill>
              </a:rPr>
              <a:t>Specificity</a:t>
            </a:r>
            <a:endParaRPr lang="en-US" sz="1600" dirty="0">
              <a:solidFill>
                <a:srgbClr val="1A1A1A"/>
              </a:solidFill>
            </a:endParaRPr>
          </a:p>
          <a:p>
            <a:pPr marL="742950" lvl="1" indent="-285750">
              <a:lnSpc>
                <a:spcPct val="120000"/>
              </a:lnSpc>
              <a:spcAft>
                <a:spcPts val="400"/>
              </a:spcAft>
              <a:buFont typeface="Arial"/>
              <a:buChar char="-"/>
            </a:pPr>
            <a:r>
              <a:rPr sz="1600" b="1" i="0" dirty="0" err="1">
                <a:solidFill>
                  <a:srgbClr val="0070C0"/>
                </a:solidFill>
              </a:rPr>
              <a:t>Latent_additive</a:t>
            </a:r>
            <a:r>
              <a:rPr sz="1600" b="1" i="0" dirty="0">
                <a:solidFill>
                  <a:srgbClr val="0070C0"/>
                </a:solidFill>
              </a:rPr>
              <a:t> &amp; </a:t>
            </a:r>
            <a:r>
              <a:rPr sz="1600" b="1" i="0" dirty="0" err="1">
                <a:solidFill>
                  <a:srgbClr val="0070C0"/>
                </a:solidFill>
              </a:rPr>
              <a:t>Decoder_only</a:t>
            </a:r>
            <a:r>
              <a:rPr sz="1600" b="0" i="0" dirty="0">
                <a:solidFill>
                  <a:srgbClr val="1A1A1A"/>
                </a:solidFill>
              </a:rPr>
              <a:t> lead </a:t>
            </a:r>
            <a:r>
              <a:rPr sz="1600" b="1" i="0" dirty="0">
                <a:solidFill>
                  <a:srgbClr val="1A1A1A"/>
                </a:solidFill>
              </a:rPr>
              <a:t>Accuracy</a:t>
            </a:r>
            <a:r>
              <a:rPr sz="1600" b="0" i="0" dirty="0">
                <a:solidFill>
                  <a:srgbClr val="1A1A1A"/>
                </a:solidFill>
              </a:rPr>
              <a:t> </a:t>
            </a:r>
            <a:r>
              <a:rPr sz="1600" b="0" i="0" u="sng" dirty="0">
                <a:solidFill>
                  <a:srgbClr val="1A1A1A"/>
                </a:solidFill>
              </a:rPr>
              <a:t>but are </a:t>
            </a:r>
            <a:r>
              <a:rPr sz="1600" b="1" i="0" u="sng" dirty="0">
                <a:solidFill>
                  <a:srgbClr val="1A1A1A"/>
                </a:solidFill>
              </a:rPr>
              <a:t>6th</a:t>
            </a:r>
            <a:r>
              <a:rPr sz="1600" b="0" i="0" u="sng" dirty="0">
                <a:solidFill>
                  <a:srgbClr val="1A1A1A"/>
                </a:solidFill>
              </a:rPr>
              <a:t> / </a:t>
            </a:r>
            <a:r>
              <a:rPr sz="1600" b="1" i="0" u="sng" dirty="0">
                <a:solidFill>
                  <a:srgbClr val="1A1A1A"/>
                </a:solidFill>
              </a:rPr>
              <a:t>7th</a:t>
            </a:r>
            <a:r>
              <a:rPr sz="1600" b="0" i="0" u="sng" dirty="0">
                <a:solidFill>
                  <a:srgbClr val="1A1A1A"/>
                </a:solidFill>
              </a:rPr>
              <a:t> on </a:t>
            </a:r>
            <a:r>
              <a:rPr sz="1600" b="1" i="0" u="sng" dirty="0">
                <a:solidFill>
                  <a:srgbClr val="1A1A1A"/>
                </a:solidFill>
              </a:rPr>
              <a:t>Distribution</a:t>
            </a:r>
          </a:p>
          <a:p>
            <a:pPr>
              <a:lnSpc>
                <a:spcPct val="120000"/>
              </a:lnSpc>
              <a:spcAft>
                <a:spcPts val="400"/>
              </a:spcAft>
            </a:pPr>
            <a:r>
              <a:rPr sz="1600" b="1" i="0" dirty="0">
                <a:solidFill>
                  <a:srgbClr val="CB6015"/>
                </a:solidFill>
              </a:rPr>
              <a:t>→</a:t>
            </a:r>
            <a:r>
              <a:rPr lang="en-US" sz="1600" b="1" i="0" dirty="0">
                <a:solidFill>
                  <a:srgbClr val="CB6015"/>
                </a:solidFill>
              </a:rPr>
              <a:t> overall score would hide this…;;</a:t>
            </a:r>
            <a:endParaRPr sz="1600" b="1" i="0" dirty="0">
              <a:solidFill>
                <a:srgbClr val="CB6015"/>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2"/>
          <p:cNvSpPr>
            <a:spLocks noGrp="1"/>
          </p:cNvSpPr>
          <p:nvPr>
            <p:ph type="title"/>
          </p:nvPr>
        </p:nvSpPr>
        <p:spPr>
          <a:xfrm>
            <a:off x="640080" y="0"/>
            <a:ext cx="10495280" cy="532765"/>
          </a:xfrm>
        </p:spPr>
        <p:txBody>
          <a:bodyPr anchor="ctr">
            <a:normAutofit/>
          </a:bodyPr>
          <a:lstStyle/>
          <a:p>
            <a:r>
              <a:rPr lang="en-US" altLang="ko-KR" dirty="0"/>
              <a:t>Results - </a:t>
            </a:r>
            <a:r>
              <a:rPr kumimoji="1" lang="en-US" altLang="ko-KR" dirty="0"/>
              <a:t>Comparison (1; main)</a:t>
            </a:r>
            <a:endParaRPr lang="ko-KR" altLang="en-US" dirty="0"/>
          </a:p>
        </p:txBody>
      </p:sp>
      <p:sp>
        <p:nvSpPr>
          <p:cNvPr id="4" name="슬라이드 번호 개체 틀 5"/>
          <p:cNvSpPr>
            <a:spLocks noGrp="1"/>
          </p:cNvSpPr>
          <p:nvPr>
            <p:ph type="sldNum" sz="quarter" idx="12"/>
          </p:nvPr>
        </p:nvSpPr>
        <p:spPr>
          <a:xfrm>
            <a:off x="11394440" y="167640"/>
            <a:ext cx="680720" cy="365125"/>
          </a:xfrm>
        </p:spPr>
        <p:txBody>
          <a:bodyPr anchor="ctr">
            <a:normAutofit/>
          </a:bodyPr>
          <a:lstStyle/>
          <a:p>
            <a:pPr lvl="0">
              <a:spcAft>
                <a:spcPts val="600"/>
              </a:spcAft>
              <a:defRPr/>
            </a:pPr>
            <a:fld id="{270A37BF-2F50-41DA-93AE-68AB3A5DB358}" type="slidenum">
              <a:rPr lang="en-US" altLang="en-US" smtClean="0"/>
              <a:t>6</a:t>
            </a:fld>
            <a:endParaRPr lang="en-US" altLang="en-US"/>
          </a:p>
        </p:txBody>
      </p:sp>
      <p:grpSp>
        <p:nvGrpSpPr>
          <p:cNvPr id="9" name="그룹 8"/>
          <p:cNvGrpSpPr/>
          <p:nvPr/>
        </p:nvGrpSpPr>
        <p:grpSpPr>
          <a:xfrm>
            <a:off x="640079" y="633973"/>
            <a:ext cx="11435081" cy="496546"/>
            <a:chOff x="640078" y="575266"/>
            <a:chExt cx="13044315" cy="496546"/>
          </a:xfrm>
        </p:grpSpPr>
        <p:sp>
          <p:nvSpPr>
            <p:cNvPr id="10" name="TextBox 9"/>
            <p:cNvSpPr txBox="1"/>
            <p:nvPr/>
          </p:nvSpPr>
          <p:spPr>
            <a:xfrm>
              <a:off x="715781" y="575266"/>
              <a:ext cx="12968612" cy="496546"/>
            </a:xfrm>
            <a:prstGeom prst="rect">
              <a:avLst/>
            </a:prstGeom>
            <a:noFill/>
          </p:spPr>
          <p:txBody>
            <a:bodyPr wrap="square" anchor="ctr">
              <a:spAutoFit/>
            </a:bodyPr>
            <a:lstStyle/>
            <a:p>
              <a:pPr latinLnBrk="0">
                <a:lnSpc>
                  <a:spcPct val="150000"/>
                </a:lnSpc>
              </a:pPr>
              <a:r>
                <a:rPr kumimoji="1" lang="en-US" altLang="ko-KR" sz="2000" b="1" dirty="0">
                  <a:latin typeface="Arial" panose="020B0604020202020204" pitchFamily="34" charset="0"/>
                  <a:cs typeface="Arial" panose="020B0604020202020204" pitchFamily="34" charset="0"/>
                </a:rPr>
                <a:t>Raw values</a:t>
              </a:r>
            </a:p>
          </p:txBody>
        </p:sp>
        <p:sp>
          <p:nvSpPr>
            <p:cNvPr id="11" name="직사각형 10"/>
            <p:cNvSpPr/>
            <p:nvPr/>
          </p:nvSpPr>
          <p:spPr>
            <a:xfrm>
              <a:off x="640078" y="652703"/>
              <a:ext cx="108000" cy="394943"/>
            </a:xfrm>
            <a:prstGeom prst="rect">
              <a:avLst/>
            </a:prstGeom>
            <a:solidFill>
              <a:srgbClr val="CB6015"/>
            </a:solidFill>
            <a:ln>
              <a:noFill/>
            </a:ln>
          </p:spPr>
          <p:txBody>
            <a:bodyPr rtlCol="0" anchor="ctr"/>
            <a:lstStyle/>
            <a:p>
              <a:pPr algn="ctr"/>
              <a:endParaRPr lang="ko-KR" altLang="en-US"/>
            </a:p>
          </p:txBody>
        </p:sp>
      </p:grpSp>
      <p:sp>
        <p:nvSpPr>
          <p:cNvPr id="12" name="Rounded Rectangle 11"/>
          <p:cNvSpPr/>
          <p:nvPr/>
        </p:nvSpPr>
        <p:spPr>
          <a:xfrm>
            <a:off x="640080" y="1280160"/>
            <a:ext cx="2514600" cy="2377440"/>
          </a:xfrm>
          <a:prstGeom prst="roundRect">
            <a:avLst>
              <a:gd name="adj" fmla="val 7000"/>
            </a:avLst>
          </a:prstGeom>
          <a:solidFill>
            <a:srgbClr val="E2F0E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lnSpc>
                <a:spcPct val="110000"/>
              </a:lnSpc>
              <a:spcAft>
                <a:spcPts val="200"/>
              </a:spcAft>
            </a:pPr>
            <a:r>
              <a:rPr sz="1300" b="1" i="0" dirty="0">
                <a:solidFill>
                  <a:srgbClr val="2E7D32"/>
                </a:solidFill>
              </a:rPr>
              <a:t>STRENGTH</a:t>
            </a:r>
          </a:p>
          <a:p>
            <a:pPr algn="ctr">
              <a:lnSpc>
                <a:spcPct val="110000"/>
              </a:lnSpc>
              <a:spcAft>
                <a:spcPts val="200"/>
              </a:spcAft>
            </a:pPr>
            <a:r>
              <a:rPr sz="1600" b="1" i="0" dirty="0">
                <a:solidFill>
                  <a:srgbClr val="1F3864"/>
                </a:solidFill>
              </a:rPr>
              <a:t>top-k recall ↑</a:t>
            </a:r>
          </a:p>
          <a:p>
            <a:pPr algn="ctr">
              <a:lnSpc>
                <a:spcPct val="110000"/>
              </a:lnSpc>
              <a:spcAft>
                <a:spcPts val="200"/>
              </a:spcAft>
            </a:pPr>
            <a:r>
              <a:rPr sz="4000" b="1" i="0" dirty="0">
                <a:solidFill>
                  <a:srgbClr val="2E7D32"/>
                </a:solidFill>
              </a:rPr>
              <a:t>0.188</a:t>
            </a:r>
          </a:p>
          <a:p>
            <a:pPr algn="ctr">
              <a:lnSpc>
                <a:spcPct val="110000"/>
              </a:lnSpc>
              <a:spcAft>
                <a:spcPts val="200"/>
              </a:spcAft>
            </a:pPr>
            <a:r>
              <a:rPr sz="1200" b="0" i="0" dirty="0">
                <a:solidFill>
                  <a:srgbClr val="595959"/>
                </a:solidFill>
              </a:rPr>
              <a:t>2nd: </a:t>
            </a:r>
            <a:r>
              <a:rPr sz="1200" b="0" i="0" dirty="0" err="1">
                <a:solidFill>
                  <a:srgbClr val="595959"/>
                </a:solidFill>
              </a:rPr>
              <a:t>Decoder_only</a:t>
            </a:r>
            <a:r>
              <a:rPr sz="1200" b="0" i="0" dirty="0">
                <a:solidFill>
                  <a:srgbClr val="595959"/>
                </a:solidFill>
              </a:rPr>
              <a:t> 0.168</a:t>
            </a:r>
            <a:endParaRPr lang="en-US" sz="1200" b="0" i="0" dirty="0">
              <a:solidFill>
                <a:srgbClr val="595959"/>
              </a:solidFill>
            </a:endParaRPr>
          </a:p>
          <a:p>
            <a:pPr algn="ctr">
              <a:lnSpc>
                <a:spcPct val="110000"/>
              </a:lnSpc>
              <a:spcAft>
                <a:spcPts val="200"/>
              </a:spcAft>
            </a:pPr>
            <a:r>
              <a:rPr sz="1200" b="0" i="0" dirty="0">
                <a:solidFill>
                  <a:srgbClr val="595959"/>
                </a:solidFill>
              </a:rPr>
              <a:t>(close)</a:t>
            </a:r>
          </a:p>
        </p:txBody>
      </p:sp>
      <p:sp>
        <p:nvSpPr>
          <p:cNvPr id="13" name="Rounded Rectangle 12"/>
          <p:cNvSpPr/>
          <p:nvPr/>
        </p:nvSpPr>
        <p:spPr>
          <a:xfrm>
            <a:off x="3438144" y="1280160"/>
            <a:ext cx="2514600" cy="2377440"/>
          </a:xfrm>
          <a:prstGeom prst="roundRect">
            <a:avLst>
              <a:gd name="adj" fmla="val 7000"/>
            </a:avLst>
          </a:prstGeom>
          <a:solidFill>
            <a:srgbClr val="E2F0E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lnSpc>
                <a:spcPct val="110000"/>
              </a:lnSpc>
              <a:spcAft>
                <a:spcPts val="200"/>
              </a:spcAft>
            </a:pPr>
            <a:r>
              <a:rPr sz="1300" b="1" i="0" dirty="0">
                <a:solidFill>
                  <a:srgbClr val="2E7D32"/>
                </a:solidFill>
              </a:rPr>
              <a:t>STRENGTH</a:t>
            </a:r>
          </a:p>
          <a:p>
            <a:pPr algn="ctr">
              <a:lnSpc>
                <a:spcPct val="110000"/>
              </a:lnSpc>
              <a:spcAft>
                <a:spcPts val="200"/>
              </a:spcAft>
            </a:pPr>
            <a:r>
              <a:rPr sz="1600" b="1" i="0" dirty="0">
                <a:solidFill>
                  <a:srgbClr val="1F3864"/>
                </a:solidFill>
              </a:rPr>
              <a:t>MMD PCA ↓</a:t>
            </a:r>
          </a:p>
          <a:p>
            <a:pPr algn="ctr">
              <a:lnSpc>
                <a:spcPct val="110000"/>
              </a:lnSpc>
              <a:spcAft>
                <a:spcPts val="200"/>
              </a:spcAft>
            </a:pPr>
            <a:r>
              <a:rPr sz="4000" b="1" i="0" dirty="0">
                <a:solidFill>
                  <a:srgbClr val="2E7D32"/>
                </a:solidFill>
              </a:rPr>
              <a:t>0.867</a:t>
            </a:r>
          </a:p>
          <a:p>
            <a:pPr algn="ctr">
              <a:lnSpc>
                <a:spcPct val="110000"/>
              </a:lnSpc>
              <a:spcAft>
                <a:spcPts val="200"/>
              </a:spcAft>
            </a:pPr>
            <a:r>
              <a:rPr sz="1200" b="0" i="0" dirty="0">
                <a:solidFill>
                  <a:srgbClr val="595959"/>
                </a:solidFill>
              </a:rPr>
              <a:t>baselines: 1.67 – 3.22</a:t>
            </a:r>
          </a:p>
        </p:txBody>
      </p:sp>
      <p:sp>
        <p:nvSpPr>
          <p:cNvPr id="14" name="Rounded Rectangle 13"/>
          <p:cNvSpPr/>
          <p:nvPr/>
        </p:nvSpPr>
        <p:spPr>
          <a:xfrm>
            <a:off x="6236208" y="1280160"/>
            <a:ext cx="2514600" cy="2377440"/>
          </a:xfrm>
          <a:prstGeom prst="roundRect">
            <a:avLst>
              <a:gd name="adj" fmla="val 7000"/>
            </a:avLst>
          </a:prstGeom>
          <a:solidFill>
            <a:srgbClr val="E2F0E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lnSpc>
                <a:spcPct val="110000"/>
              </a:lnSpc>
              <a:spcAft>
                <a:spcPts val="200"/>
              </a:spcAft>
            </a:pPr>
            <a:r>
              <a:rPr sz="1300" b="1" i="0" dirty="0">
                <a:solidFill>
                  <a:srgbClr val="2E7D32"/>
                </a:solidFill>
              </a:rPr>
              <a:t>STRENGTH</a:t>
            </a:r>
          </a:p>
          <a:p>
            <a:pPr algn="ctr">
              <a:lnSpc>
                <a:spcPct val="110000"/>
              </a:lnSpc>
              <a:spcAft>
                <a:spcPts val="200"/>
              </a:spcAft>
            </a:pPr>
            <a:r>
              <a:rPr sz="1600" b="1" i="0" dirty="0">
                <a:solidFill>
                  <a:srgbClr val="1F3864"/>
                </a:solidFill>
              </a:rPr>
              <a:t>R²</a:t>
            </a:r>
            <a:r>
              <a:rPr lang="ko-KR" altLang="en-US" sz="1600" b="1" i="0" dirty="0">
                <a:solidFill>
                  <a:srgbClr val="1F3864"/>
                </a:solidFill>
              </a:rPr>
              <a:t>↑</a:t>
            </a:r>
            <a:endParaRPr sz="1600" b="1" i="0" dirty="0">
              <a:solidFill>
                <a:srgbClr val="1F3864"/>
              </a:solidFill>
            </a:endParaRPr>
          </a:p>
          <a:p>
            <a:pPr algn="ctr">
              <a:lnSpc>
                <a:spcPct val="110000"/>
              </a:lnSpc>
              <a:spcAft>
                <a:spcPts val="200"/>
              </a:spcAft>
            </a:pPr>
            <a:r>
              <a:rPr sz="4000" b="1" i="0" dirty="0">
                <a:solidFill>
                  <a:srgbClr val="2E7D32"/>
                </a:solidFill>
              </a:rPr>
              <a:t>0.220</a:t>
            </a:r>
          </a:p>
          <a:p>
            <a:pPr algn="ctr">
              <a:lnSpc>
                <a:spcPct val="110000"/>
              </a:lnSpc>
              <a:spcAft>
                <a:spcPts val="200"/>
              </a:spcAft>
            </a:pPr>
            <a:r>
              <a:rPr sz="1200" b="0" i="0" dirty="0">
                <a:solidFill>
                  <a:srgbClr val="595959"/>
                </a:solidFill>
              </a:rPr>
              <a:t>2nd: </a:t>
            </a:r>
            <a:r>
              <a:rPr sz="1200" b="0" i="0" dirty="0" err="1">
                <a:solidFill>
                  <a:srgbClr val="595959"/>
                </a:solidFill>
              </a:rPr>
              <a:t>Decoder_only</a:t>
            </a:r>
            <a:r>
              <a:rPr sz="1200" b="0" i="0" dirty="0">
                <a:solidFill>
                  <a:srgbClr val="595959"/>
                </a:solidFill>
              </a:rPr>
              <a:t> 0.165 · 4 baselines &lt; 0</a:t>
            </a:r>
          </a:p>
        </p:txBody>
      </p:sp>
      <p:sp>
        <p:nvSpPr>
          <p:cNvPr id="15" name="Rounded Rectangle 14"/>
          <p:cNvSpPr/>
          <p:nvPr/>
        </p:nvSpPr>
        <p:spPr>
          <a:xfrm>
            <a:off x="9034272" y="1280160"/>
            <a:ext cx="2514600" cy="2377440"/>
          </a:xfrm>
          <a:prstGeom prst="roundRect">
            <a:avLst>
              <a:gd name="adj" fmla="val 7000"/>
            </a:avLst>
          </a:prstGeom>
          <a:solidFill>
            <a:srgbClr val="FBE4E4"/>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lnSpc>
                <a:spcPct val="110000"/>
              </a:lnSpc>
              <a:spcAft>
                <a:spcPts val="200"/>
              </a:spcAft>
            </a:pPr>
            <a:r>
              <a:rPr sz="1300" b="1" i="0">
                <a:solidFill>
                  <a:srgbClr val="C00000"/>
                </a:solidFill>
              </a:rPr>
              <a:t>WEAKNESS</a:t>
            </a:r>
          </a:p>
          <a:p>
            <a:pPr algn="ctr">
              <a:lnSpc>
                <a:spcPct val="110000"/>
              </a:lnSpc>
              <a:spcAft>
                <a:spcPts val="200"/>
              </a:spcAft>
            </a:pPr>
            <a:r>
              <a:rPr sz="1600" b="1" i="0">
                <a:solidFill>
                  <a:srgbClr val="1F3864"/>
                </a:solidFill>
              </a:rPr>
              <a:t>RMSE rank ↓</a:t>
            </a:r>
          </a:p>
          <a:p>
            <a:pPr algn="ctr">
              <a:lnSpc>
                <a:spcPct val="110000"/>
              </a:lnSpc>
              <a:spcAft>
                <a:spcPts val="200"/>
              </a:spcAft>
            </a:pPr>
            <a:r>
              <a:rPr sz="4000" b="1" i="0">
                <a:solidFill>
                  <a:srgbClr val="C00000"/>
                </a:solidFill>
              </a:rPr>
              <a:t>0.0855</a:t>
            </a:r>
          </a:p>
          <a:p>
            <a:pPr algn="ctr">
              <a:lnSpc>
                <a:spcPct val="110000"/>
              </a:lnSpc>
              <a:spcAft>
                <a:spcPts val="200"/>
              </a:spcAft>
            </a:pPr>
            <a:r>
              <a:rPr sz="1200" b="0" i="0">
                <a:solidFill>
                  <a:srgbClr val="595959"/>
                </a:solidFill>
              </a:rPr>
              <a:t>best: Latent_additive 0.0135</a:t>
            </a:r>
          </a:p>
        </p:txBody>
      </p:sp>
      <p:sp>
        <p:nvSpPr>
          <p:cNvPr id="16" name="TextBox 15"/>
          <p:cNvSpPr txBox="1"/>
          <p:nvPr/>
        </p:nvSpPr>
        <p:spPr>
          <a:xfrm>
            <a:off x="640080" y="3931920"/>
            <a:ext cx="10908792" cy="1052148"/>
          </a:xfrm>
          <a:prstGeom prst="rect">
            <a:avLst/>
          </a:prstGeom>
          <a:noFill/>
        </p:spPr>
        <p:txBody>
          <a:bodyPr wrap="square" anchor="t">
            <a:spAutoFit/>
          </a:bodyPr>
          <a:lstStyle/>
          <a:p>
            <a:pPr marL="285750" indent="-285750">
              <a:lnSpc>
                <a:spcPct val="120000"/>
              </a:lnSpc>
              <a:spcAft>
                <a:spcPts val="400"/>
              </a:spcAft>
              <a:buFont typeface="Arial"/>
              <a:buChar char="-"/>
            </a:pPr>
            <a:r>
              <a:rPr sz="1600" b="1" i="0" dirty="0">
                <a:solidFill>
                  <a:srgbClr val="1A1A1A"/>
                </a:solidFill>
              </a:rPr>
              <a:t>Accuracy (middle): </a:t>
            </a:r>
            <a:r>
              <a:rPr sz="1600" b="0" i="0" dirty="0">
                <a:solidFill>
                  <a:srgbClr val="1A1A1A"/>
                </a:solidFill>
              </a:rPr>
              <a:t>RMSE </a:t>
            </a:r>
            <a:r>
              <a:rPr lang="en-US" sz="1600" b="0" i="0" dirty="0">
                <a:solidFill>
                  <a:srgbClr val="1A1A1A"/>
                </a:solidFill>
              </a:rPr>
              <a:t>~ </a:t>
            </a:r>
            <a:r>
              <a:rPr sz="1600" b="0" i="0" dirty="0">
                <a:solidFill>
                  <a:srgbClr val="1A1A1A"/>
                </a:solidFill>
              </a:rPr>
              <a:t>0.0659 vs </a:t>
            </a:r>
            <a:r>
              <a:rPr lang="en-US" altLang="ko-KR" sz="1600" dirty="0" err="1">
                <a:solidFill>
                  <a:srgbClr val="1A1A1A"/>
                </a:solidFill>
              </a:rPr>
              <a:t>Latent_additive</a:t>
            </a:r>
            <a:r>
              <a:rPr sz="1600" b="0" i="0" dirty="0">
                <a:solidFill>
                  <a:srgbClr val="1A1A1A"/>
                </a:solidFill>
              </a:rPr>
              <a:t> 0.0417 (</a:t>
            </a:r>
            <a:r>
              <a:rPr lang="en-US" sz="1600" b="0" i="0" dirty="0">
                <a:solidFill>
                  <a:srgbClr val="1A1A1A"/>
                </a:solidFill>
              </a:rPr>
              <a:t>best</a:t>
            </a:r>
            <a:r>
              <a:rPr sz="1600" b="0" i="0" dirty="0">
                <a:solidFill>
                  <a:srgbClr val="1A1A1A"/>
                </a:solidFill>
              </a:rPr>
              <a:t>) </a:t>
            </a:r>
            <a:r>
              <a:rPr lang="en-US" sz="1600" dirty="0">
                <a:solidFill>
                  <a:srgbClr val="1A1A1A"/>
                </a:solidFill>
              </a:rPr>
              <a:t>/</a:t>
            </a:r>
            <a:r>
              <a:rPr sz="1600" b="0" i="0" dirty="0">
                <a:solidFill>
                  <a:srgbClr val="1A1A1A"/>
                </a:solidFill>
              </a:rPr>
              <a:t> cos PCA </a:t>
            </a:r>
            <a:r>
              <a:rPr lang="en-US" sz="1600" b="0" i="0" dirty="0">
                <a:solidFill>
                  <a:srgbClr val="1A1A1A"/>
                </a:solidFill>
              </a:rPr>
              <a:t>~ </a:t>
            </a:r>
            <a:r>
              <a:rPr sz="1600" b="0" i="0" dirty="0">
                <a:solidFill>
                  <a:srgbClr val="1A1A1A"/>
                </a:solidFill>
              </a:rPr>
              <a:t>0.618 vs top-3 </a:t>
            </a:r>
            <a:r>
              <a:rPr lang="en-US" sz="1600" dirty="0">
                <a:solidFill>
                  <a:srgbClr val="1A1A1A"/>
                </a:solidFill>
              </a:rPr>
              <a:t>(</a:t>
            </a:r>
            <a:r>
              <a:rPr sz="1600" b="0" i="0" dirty="0">
                <a:solidFill>
                  <a:srgbClr val="1A1A1A"/>
                </a:solidFill>
              </a:rPr>
              <a:t>0.83 </a:t>
            </a:r>
            <a:r>
              <a:rPr lang="en-US" sz="1600" dirty="0">
                <a:solidFill>
                  <a:srgbClr val="1A1A1A"/>
                </a:solidFill>
              </a:rPr>
              <a:t>-</a:t>
            </a:r>
            <a:r>
              <a:rPr sz="1600" b="0" i="0" dirty="0">
                <a:solidFill>
                  <a:srgbClr val="1A1A1A"/>
                </a:solidFill>
              </a:rPr>
              <a:t> 0.88</a:t>
            </a:r>
            <a:r>
              <a:rPr lang="en-US" sz="1600" b="0" i="0" dirty="0">
                <a:solidFill>
                  <a:srgbClr val="1A1A1A"/>
                </a:solidFill>
              </a:rPr>
              <a:t>)</a:t>
            </a:r>
            <a:endParaRPr sz="1600" b="0" i="0" dirty="0">
              <a:solidFill>
                <a:srgbClr val="1A1A1A"/>
              </a:solidFill>
            </a:endParaRPr>
          </a:p>
          <a:p>
            <a:pPr marL="285750" indent="-285750">
              <a:lnSpc>
                <a:spcPct val="120000"/>
              </a:lnSpc>
              <a:spcAft>
                <a:spcPts val="400"/>
              </a:spcAft>
              <a:buFont typeface="Arial"/>
              <a:buChar char="-"/>
            </a:pPr>
            <a:r>
              <a:rPr sz="1600" b="1" i="0" dirty="0">
                <a:solidFill>
                  <a:srgbClr val="1A1A1A"/>
                </a:solidFill>
              </a:rPr>
              <a:t>Specificity (last): </a:t>
            </a:r>
            <a:r>
              <a:rPr sz="1600" b="0" i="0" dirty="0">
                <a:solidFill>
                  <a:srgbClr val="1A1A1A"/>
                </a:solidFill>
              </a:rPr>
              <a:t>right on average, but predictions for different perturbations are not distinct enough</a:t>
            </a:r>
          </a:p>
          <a:p>
            <a:pPr>
              <a:lnSpc>
                <a:spcPct val="120000"/>
              </a:lnSpc>
              <a:spcAft>
                <a:spcPts val="400"/>
              </a:spcAft>
            </a:pPr>
            <a:r>
              <a:rPr sz="1600" b="1" i="0" dirty="0">
                <a:solidFill>
                  <a:srgbClr val="CB6015"/>
                </a:solidFill>
              </a:rPr>
              <a:t>→ Specificity is the main thing to improve next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2"/>
          <p:cNvSpPr>
            <a:spLocks noGrp="1"/>
          </p:cNvSpPr>
          <p:nvPr>
            <p:ph type="title"/>
          </p:nvPr>
        </p:nvSpPr>
        <p:spPr>
          <a:xfrm>
            <a:off x="640080" y="0"/>
            <a:ext cx="10495280" cy="532765"/>
          </a:xfrm>
        </p:spPr>
        <p:txBody>
          <a:bodyPr anchor="ctr">
            <a:normAutofit/>
          </a:bodyPr>
          <a:lstStyle/>
          <a:p>
            <a:r>
              <a:rPr lang="en-US" altLang="ko-KR" dirty="0"/>
              <a:t>Results</a:t>
            </a:r>
            <a:endParaRPr lang="ko-KR" altLang="en-US" dirty="0"/>
          </a:p>
        </p:txBody>
      </p:sp>
      <p:sp>
        <p:nvSpPr>
          <p:cNvPr id="4" name="슬라이드 번호 개체 틀 5"/>
          <p:cNvSpPr>
            <a:spLocks noGrp="1"/>
          </p:cNvSpPr>
          <p:nvPr>
            <p:ph type="sldNum" sz="quarter" idx="12"/>
          </p:nvPr>
        </p:nvSpPr>
        <p:spPr>
          <a:xfrm>
            <a:off x="11394440" y="167640"/>
            <a:ext cx="680720" cy="365125"/>
          </a:xfrm>
        </p:spPr>
        <p:txBody>
          <a:bodyPr anchor="ctr">
            <a:normAutofit/>
          </a:bodyPr>
          <a:lstStyle/>
          <a:p>
            <a:pPr lvl="0">
              <a:spcAft>
                <a:spcPts val="600"/>
              </a:spcAft>
              <a:defRPr/>
            </a:pPr>
            <a:fld id="{270A37BF-2F50-41DA-93AE-68AB3A5DB358}" type="slidenum">
              <a:rPr lang="en-US" altLang="en-US" smtClean="0"/>
              <a:t>7</a:t>
            </a:fld>
            <a:endParaRPr lang="en-US" altLang="en-US"/>
          </a:p>
        </p:txBody>
      </p:sp>
      <p:grpSp>
        <p:nvGrpSpPr>
          <p:cNvPr id="9" name="그룹 8"/>
          <p:cNvGrpSpPr/>
          <p:nvPr/>
        </p:nvGrpSpPr>
        <p:grpSpPr>
          <a:xfrm>
            <a:off x="640079" y="633973"/>
            <a:ext cx="11435081" cy="496546"/>
            <a:chOff x="640078" y="575266"/>
            <a:chExt cx="13044315" cy="496546"/>
          </a:xfrm>
        </p:grpSpPr>
        <p:sp>
          <p:nvSpPr>
            <p:cNvPr id="10" name="TextBox 9"/>
            <p:cNvSpPr txBox="1"/>
            <p:nvPr/>
          </p:nvSpPr>
          <p:spPr>
            <a:xfrm>
              <a:off x="715781" y="575266"/>
              <a:ext cx="12968612" cy="496546"/>
            </a:xfrm>
            <a:prstGeom prst="rect">
              <a:avLst/>
            </a:prstGeom>
            <a:noFill/>
          </p:spPr>
          <p:txBody>
            <a:bodyPr wrap="square" anchor="ctr">
              <a:spAutoFit/>
            </a:bodyPr>
            <a:lstStyle/>
            <a:p>
              <a:pPr latinLnBrk="0">
                <a:lnSpc>
                  <a:spcPct val="150000"/>
                </a:lnSpc>
              </a:pPr>
              <a:r>
                <a:rPr kumimoji="1" lang="en-US" altLang="ko-KR" sz="2000" b="1" dirty="0">
                  <a:latin typeface="Arial" panose="020B0604020202020204" pitchFamily="34" charset="0"/>
                  <a:cs typeface="Arial" panose="020B0604020202020204" pitchFamily="34" charset="0"/>
                </a:rPr>
                <a:t>Comparison (2) — 4 PRiMeFlow variants, ranked among themselves</a:t>
              </a:r>
            </a:p>
          </p:txBody>
        </p:sp>
        <p:sp>
          <p:nvSpPr>
            <p:cNvPr id="11" name="직사각형 10"/>
            <p:cNvSpPr/>
            <p:nvPr/>
          </p:nvSpPr>
          <p:spPr>
            <a:xfrm>
              <a:off x="640078" y="652703"/>
              <a:ext cx="108000" cy="394943"/>
            </a:xfrm>
            <a:prstGeom prst="rect">
              <a:avLst/>
            </a:prstGeom>
            <a:solidFill>
              <a:srgbClr val="CB6015"/>
            </a:solidFill>
            <a:ln>
              <a:noFill/>
            </a:ln>
          </p:spPr>
          <p:txBody>
            <a:bodyPr rtlCol="0" anchor="ctr"/>
            <a:lstStyle/>
            <a:p>
              <a:pPr algn="ctr"/>
              <a:endParaRPr lang="ko-KR" altLang="en-US"/>
            </a:p>
          </p:txBody>
        </p:sp>
      </p:grpSp>
      <p:pic>
        <p:nvPicPr>
          <p:cNvPr id="12" name="Picture 11" descr="fig_ablation.png"/>
          <p:cNvPicPr>
            <a:picLocks noChangeAspect="1"/>
          </p:cNvPicPr>
          <p:nvPr/>
        </p:nvPicPr>
        <p:blipFill>
          <a:blip r:embed="rId3"/>
          <a:stretch>
            <a:fillRect/>
          </a:stretch>
        </p:blipFill>
        <p:spPr>
          <a:xfrm>
            <a:off x="640080" y="1234440"/>
            <a:ext cx="10908792" cy="2078069"/>
          </a:xfrm>
          <a:prstGeom prst="rect">
            <a:avLst/>
          </a:prstGeom>
        </p:spPr>
      </p:pic>
      <p:sp>
        <p:nvSpPr>
          <p:cNvPr id="13" name="Rounded Rectangle 12"/>
          <p:cNvSpPr/>
          <p:nvPr/>
        </p:nvSpPr>
        <p:spPr>
          <a:xfrm>
            <a:off x="640080" y="3611880"/>
            <a:ext cx="5303520" cy="2103120"/>
          </a:xfrm>
          <a:prstGeom prst="roundRect">
            <a:avLst>
              <a:gd name="adj" fmla="val 7000"/>
            </a:avLst>
          </a:prstGeom>
          <a:solidFill>
            <a:srgbClr val="E2F0E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lnSpc>
                <a:spcPct val="110000"/>
              </a:lnSpc>
              <a:spcAft>
                <a:spcPts val="600"/>
              </a:spcAft>
            </a:pPr>
            <a:r>
              <a:rPr sz="1800" b="1" i="0" dirty="0">
                <a:solidFill>
                  <a:srgbClr val="2E7D32"/>
                </a:solidFill>
              </a:rPr>
              <a:t>Gene embedding</a:t>
            </a:r>
          </a:p>
          <a:p>
            <a:pPr marL="285750" indent="-285750" algn="l">
              <a:lnSpc>
                <a:spcPct val="110000"/>
              </a:lnSpc>
              <a:spcAft>
                <a:spcPts val="200"/>
              </a:spcAft>
              <a:buFont typeface="Arial"/>
              <a:buChar char="-"/>
            </a:pPr>
            <a:r>
              <a:rPr lang="en-US" sz="1500" b="1" i="0" dirty="0">
                <a:solidFill>
                  <a:srgbClr val="1A1A1A"/>
                </a:solidFill>
              </a:rPr>
              <a:t>Without it</a:t>
            </a:r>
            <a:r>
              <a:rPr sz="1500" b="1" i="0" dirty="0">
                <a:solidFill>
                  <a:srgbClr val="1A1A1A"/>
                </a:solidFill>
              </a:rPr>
              <a:t>: </a:t>
            </a:r>
            <a:r>
              <a:rPr sz="1500" i="0" dirty="0">
                <a:solidFill>
                  <a:srgbClr val="1A1A1A"/>
                </a:solidFill>
              </a:rPr>
              <a:t>4th of 4 on every </a:t>
            </a:r>
            <a:r>
              <a:rPr lang="en-US" sz="1500" i="0" dirty="0">
                <a:solidFill>
                  <a:srgbClr val="1A1A1A"/>
                </a:solidFill>
              </a:rPr>
              <a:t>category</a:t>
            </a:r>
            <a:endParaRPr sz="1500" i="0" dirty="0">
              <a:solidFill>
                <a:srgbClr val="1A1A1A"/>
              </a:solidFill>
            </a:endParaRPr>
          </a:p>
          <a:p>
            <a:pPr marL="285750" indent="-285750" algn="l">
              <a:lnSpc>
                <a:spcPct val="110000"/>
              </a:lnSpc>
              <a:spcAft>
                <a:spcPts val="200"/>
              </a:spcAft>
              <a:buFont typeface="Arial"/>
              <a:buChar char="-"/>
            </a:pPr>
            <a:r>
              <a:rPr sz="1500" b="0" i="0" dirty="0">
                <a:solidFill>
                  <a:srgbClr val="1A1A1A"/>
                </a:solidFill>
              </a:rPr>
              <a:t>e.g. MMD PCA 14.76 → 0.867 </a:t>
            </a:r>
            <a:r>
              <a:rPr sz="1500" b="1" i="0" dirty="0">
                <a:solidFill>
                  <a:srgbClr val="1A1A1A"/>
                </a:solidFill>
              </a:rPr>
              <a:t>with it </a:t>
            </a:r>
            <a:r>
              <a:rPr sz="1500" b="0" i="0" dirty="0">
                <a:solidFill>
                  <a:srgbClr val="1A1A1A"/>
                </a:solidFill>
              </a:rPr>
              <a:t>(next slide)</a:t>
            </a:r>
          </a:p>
        </p:txBody>
      </p:sp>
      <p:sp>
        <p:nvSpPr>
          <p:cNvPr id="14" name="Rounded Rectangle 13"/>
          <p:cNvSpPr/>
          <p:nvPr/>
        </p:nvSpPr>
        <p:spPr>
          <a:xfrm>
            <a:off x="6245352" y="3611880"/>
            <a:ext cx="5303520" cy="2103120"/>
          </a:xfrm>
          <a:prstGeom prst="roundRect">
            <a:avLst>
              <a:gd name="adj" fmla="val 7000"/>
            </a:avLst>
          </a:prstGeom>
          <a:solidFill>
            <a:srgbClr val="FCE9DD"/>
          </a:solidFill>
          <a:ln w="15875">
            <a:solidFill>
              <a:srgbClr val="CB6015"/>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lnSpc>
                <a:spcPct val="110000"/>
              </a:lnSpc>
              <a:spcAft>
                <a:spcPts val="600"/>
              </a:spcAft>
            </a:pPr>
            <a:r>
              <a:rPr sz="1800" b="1" i="0" dirty="0">
                <a:solidFill>
                  <a:srgbClr val="CB6015"/>
                </a:solidFill>
              </a:rPr>
              <a:t>CFG weight  1 → 3 → 5</a:t>
            </a:r>
          </a:p>
          <a:p>
            <a:pPr marL="285750" indent="-285750" algn="l">
              <a:lnSpc>
                <a:spcPct val="110000"/>
              </a:lnSpc>
              <a:spcAft>
                <a:spcPts val="200"/>
              </a:spcAft>
              <a:buFont typeface="Arial"/>
              <a:buChar char="-"/>
            </a:pPr>
            <a:r>
              <a:rPr sz="1500" b="1" i="0" dirty="0">
                <a:solidFill>
                  <a:srgbClr val="0070C0"/>
                </a:solidFill>
              </a:rPr>
              <a:t>DEG recall </a:t>
            </a:r>
            <a:r>
              <a:rPr lang="en-US" sz="1500" b="1" i="0" dirty="0">
                <a:solidFill>
                  <a:srgbClr val="0070C0"/>
                </a:solidFill>
              </a:rPr>
              <a:t>rank</a:t>
            </a:r>
            <a:r>
              <a:rPr sz="1500" b="1" i="0" dirty="0">
                <a:solidFill>
                  <a:srgbClr val="0070C0"/>
                </a:solidFill>
              </a:rPr>
              <a:t> 3 → 2 → 1  (better)</a:t>
            </a:r>
          </a:p>
          <a:p>
            <a:pPr marL="285750" indent="-285750" algn="l">
              <a:lnSpc>
                <a:spcPct val="110000"/>
              </a:lnSpc>
              <a:spcAft>
                <a:spcPts val="200"/>
              </a:spcAft>
              <a:buFont typeface="Arial"/>
              <a:buChar char="-"/>
            </a:pPr>
            <a:r>
              <a:rPr sz="1500" b="1" i="0" dirty="0">
                <a:solidFill>
                  <a:srgbClr val="FF0000"/>
                </a:solidFill>
              </a:rPr>
              <a:t>Distribution </a:t>
            </a:r>
            <a:r>
              <a:rPr lang="en-US" sz="1500" b="1" i="0" dirty="0">
                <a:solidFill>
                  <a:srgbClr val="FF0000"/>
                </a:solidFill>
              </a:rPr>
              <a:t>rank</a:t>
            </a:r>
            <a:r>
              <a:rPr sz="1500" b="1" i="0" dirty="0">
                <a:solidFill>
                  <a:srgbClr val="FF0000"/>
                </a:solidFill>
              </a:rPr>
              <a:t> 1 → 2 → 3  (worse)</a:t>
            </a:r>
          </a:p>
          <a:p>
            <a:pPr marL="285750" indent="-285750" algn="l">
              <a:lnSpc>
                <a:spcPct val="110000"/>
              </a:lnSpc>
              <a:spcAft>
                <a:spcPts val="200"/>
              </a:spcAft>
              <a:buFont typeface="Arial"/>
              <a:buChar char="-"/>
            </a:pPr>
            <a:r>
              <a:rPr sz="1500" b="1" i="0" dirty="0">
                <a:solidFill>
                  <a:srgbClr val="FF0000"/>
                </a:solidFill>
              </a:rPr>
              <a:t>Specificity </a:t>
            </a:r>
            <a:r>
              <a:rPr lang="en-US" sz="1500" b="1" i="0" dirty="0">
                <a:solidFill>
                  <a:srgbClr val="FF0000"/>
                </a:solidFill>
              </a:rPr>
              <a:t>rank</a:t>
            </a:r>
            <a:r>
              <a:rPr sz="1500" b="1" i="0" dirty="0">
                <a:solidFill>
                  <a:srgbClr val="FF0000"/>
                </a:solidFill>
              </a:rPr>
              <a:t> 1.5 → 1.</a:t>
            </a:r>
            <a:r>
              <a:rPr lang="en-US" sz="1500" b="1" i="0" dirty="0">
                <a:solidFill>
                  <a:srgbClr val="FF0000"/>
                </a:solidFill>
              </a:rPr>
              <a:t>8</a:t>
            </a:r>
            <a:r>
              <a:rPr sz="1500" b="1" i="0" dirty="0">
                <a:solidFill>
                  <a:srgbClr val="FF0000"/>
                </a:solidFill>
              </a:rPr>
              <a:t> → 2.</a:t>
            </a:r>
            <a:r>
              <a:rPr lang="en-US" sz="1500" b="1" i="0" dirty="0">
                <a:solidFill>
                  <a:srgbClr val="FF0000"/>
                </a:solidFill>
              </a:rPr>
              <a:t>8</a:t>
            </a:r>
            <a:r>
              <a:rPr sz="1500" b="1" i="0" dirty="0">
                <a:solidFill>
                  <a:srgbClr val="FF0000"/>
                </a:solidFill>
              </a:rPr>
              <a:t>  (worse)</a:t>
            </a:r>
            <a:endParaRPr lang="en-US" sz="1500" b="1" i="0" dirty="0">
              <a:solidFill>
                <a:srgbClr val="FF0000"/>
              </a:solidFill>
            </a:endParaRPr>
          </a:p>
          <a:p>
            <a:pPr marL="285750" indent="-285750" algn="l">
              <a:lnSpc>
                <a:spcPct val="110000"/>
              </a:lnSpc>
              <a:spcAft>
                <a:spcPts val="200"/>
              </a:spcAft>
              <a:buFont typeface="Arial"/>
              <a:buChar char="-"/>
            </a:pPr>
            <a:r>
              <a:rPr sz="1500" b="1" i="0" dirty="0">
                <a:solidFill>
                  <a:srgbClr val="1A1A1A"/>
                </a:solidFill>
              </a:rPr>
              <a:t>main model: CFG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2"/>
          <p:cNvSpPr>
            <a:spLocks noGrp="1"/>
          </p:cNvSpPr>
          <p:nvPr>
            <p:ph type="title"/>
          </p:nvPr>
        </p:nvSpPr>
        <p:spPr>
          <a:xfrm>
            <a:off x="640080" y="0"/>
            <a:ext cx="10495280" cy="532765"/>
          </a:xfrm>
        </p:spPr>
        <p:txBody>
          <a:bodyPr anchor="ctr">
            <a:normAutofit/>
          </a:bodyPr>
          <a:lstStyle/>
          <a:p>
            <a:r>
              <a:rPr lang="en-US" altLang="ko-KR" dirty="0"/>
              <a:t>Analysis - </a:t>
            </a:r>
            <a:r>
              <a:rPr kumimoji="1" lang="en-US" altLang="ko-KR" dirty="0"/>
              <a:t>Comparison (2) </a:t>
            </a:r>
            <a:endParaRPr lang="ko-KR" altLang="en-US" dirty="0"/>
          </a:p>
        </p:txBody>
      </p:sp>
      <p:sp>
        <p:nvSpPr>
          <p:cNvPr id="4" name="슬라이드 번호 개체 틀 5"/>
          <p:cNvSpPr>
            <a:spLocks noGrp="1"/>
          </p:cNvSpPr>
          <p:nvPr>
            <p:ph type="sldNum" sz="quarter" idx="12"/>
          </p:nvPr>
        </p:nvSpPr>
        <p:spPr>
          <a:xfrm>
            <a:off x="11394440" y="167640"/>
            <a:ext cx="680720" cy="365125"/>
          </a:xfrm>
        </p:spPr>
        <p:txBody>
          <a:bodyPr anchor="ctr">
            <a:normAutofit/>
          </a:bodyPr>
          <a:lstStyle/>
          <a:p>
            <a:pPr lvl="0">
              <a:spcAft>
                <a:spcPts val="600"/>
              </a:spcAft>
              <a:defRPr/>
            </a:pPr>
            <a:fld id="{270A37BF-2F50-41DA-93AE-68AB3A5DB358}" type="slidenum">
              <a:rPr lang="en-US" altLang="en-US" smtClean="0"/>
              <a:t>8</a:t>
            </a:fld>
            <a:endParaRPr lang="en-US" altLang="en-US"/>
          </a:p>
        </p:txBody>
      </p:sp>
      <p:grpSp>
        <p:nvGrpSpPr>
          <p:cNvPr id="9" name="그룹 8"/>
          <p:cNvGrpSpPr/>
          <p:nvPr/>
        </p:nvGrpSpPr>
        <p:grpSpPr>
          <a:xfrm>
            <a:off x="640079" y="633973"/>
            <a:ext cx="11435081" cy="496546"/>
            <a:chOff x="640078" y="575266"/>
            <a:chExt cx="13044315" cy="496546"/>
          </a:xfrm>
        </p:grpSpPr>
        <p:sp>
          <p:nvSpPr>
            <p:cNvPr id="10" name="TextBox 9"/>
            <p:cNvSpPr txBox="1"/>
            <p:nvPr/>
          </p:nvSpPr>
          <p:spPr>
            <a:xfrm>
              <a:off x="715781" y="575266"/>
              <a:ext cx="12968612" cy="496546"/>
            </a:xfrm>
            <a:prstGeom prst="rect">
              <a:avLst/>
            </a:prstGeom>
            <a:noFill/>
          </p:spPr>
          <p:txBody>
            <a:bodyPr wrap="square" anchor="ctr">
              <a:spAutoFit/>
            </a:bodyPr>
            <a:lstStyle/>
            <a:p>
              <a:pPr latinLnBrk="0">
                <a:lnSpc>
                  <a:spcPct val="150000"/>
                </a:lnSpc>
              </a:pPr>
              <a:r>
                <a:rPr kumimoji="1" lang="en-US" altLang="ko-KR" sz="2000" b="1" dirty="0">
                  <a:latin typeface="Arial" panose="020B0604020202020204" pitchFamily="34" charset="0"/>
                  <a:cs typeface="Arial" panose="020B0604020202020204" pitchFamily="34" charset="0"/>
                </a:rPr>
                <a:t>Gene embedding… why it matters?</a:t>
              </a:r>
            </a:p>
          </p:txBody>
        </p:sp>
        <p:sp>
          <p:nvSpPr>
            <p:cNvPr id="11" name="직사각형 10"/>
            <p:cNvSpPr/>
            <p:nvPr/>
          </p:nvSpPr>
          <p:spPr>
            <a:xfrm>
              <a:off x="640078" y="652703"/>
              <a:ext cx="108000" cy="394943"/>
            </a:xfrm>
            <a:prstGeom prst="rect">
              <a:avLst/>
            </a:prstGeom>
            <a:solidFill>
              <a:srgbClr val="CB6015"/>
            </a:solidFill>
            <a:ln>
              <a:noFill/>
            </a:ln>
          </p:spPr>
          <p:txBody>
            <a:bodyPr rtlCol="0" anchor="ctr"/>
            <a:lstStyle/>
            <a:p>
              <a:pPr algn="ctr"/>
              <a:endParaRPr lang="ko-KR" altLang="en-US"/>
            </a:p>
          </p:txBody>
        </p:sp>
      </p:grpSp>
      <p:sp>
        <p:nvSpPr>
          <p:cNvPr id="12" name="TextBox 11"/>
          <p:cNvSpPr txBox="1"/>
          <p:nvPr/>
        </p:nvSpPr>
        <p:spPr>
          <a:xfrm>
            <a:off x="640080" y="1188720"/>
            <a:ext cx="10908792" cy="1347613"/>
          </a:xfrm>
          <a:prstGeom prst="rect">
            <a:avLst/>
          </a:prstGeom>
          <a:noFill/>
        </p:spPr>
        <p:txBody>
          <a:bodyPr wrap="square" anchor="t">
            <a:spAutoFit/>
          </a:bodyPr>
          <a:lstStyle/>
          <a:p>
            <a:pPr marL="285750" indent="-285750">
              <a:lnSpc>
                <a:spcPct val="120000"/>
              </a:lnSpc>
              <a:spcAft>
                <a:spcPts val="400"/>
              </a:spcAft>
              <a:buFont typeface="Arial"/>
              <a:buChar char="-"/>
            </a:pPr>
            <a:r>
              <a:rPr sz="1600" b="1" i="0" dirty="0">
                <a:solidFill>
                  <a:srgbClr val="1A1A1A"/>
                </a:solidFill>
              </a:rPr>
              <a:t>Problem: </a:t>
            </a:r>
            <a:r>
              <a:rPr sz="1600" b="0" i="0" dirty="0">
                <a:solidFill>
                  <a:srgbClr val="1A1A1A"/>
                </a:solidFill>
              </a:rPr>
              <a:t>Conv1d uses the same filter at every gene position → starting from noise, the U-Net can’t </a:t>
            </a:r>
            <a:r>
              <a:rPr lang="en-US" sz="1600" dirty="0">
                <a:solidFill>
                  <a:srgbClr val="1A1A1A"/>
                </a:solidFill>
              </a:rPr>
              <a:t>distinguish each genes</a:t>
            </a:r>
          </a:p>
          <a:p>
            <a:pPr marL="285750" indent="-285750">
              <a:lnSpc>
                <a:spcPct val="120000"/>
              </a:lnSpc>
              <a:spcAft>
                <a:spcPts val="400"/>
              </a:spcAft>
              <a:buFont typeface="Arial"/>
              <a:buChar char="-"/>
            </a:pPr>
            <a:r>
              <a:rPr sz="1600" b="1" i="0" dirty="0">
                <a:solidFill>
                  <a:srgbClr val="1A1A1A"/>
                </a:solidFill>
              </a:rPr>
              <a:t>Symptom: </a:t>
            </a:r>
            <a:r>
              <a:rPr lang="ko-KR" altLang="ko-KR" sz="1600" dirty="0" err="1"/>
              <a:t>predicted</a:t>
            </a:r>
            <a:r>
              <a:rPr lang="ko-KR" altLang="ko-KR" sz="1600" dirty="0"/>
              <a:t> </a:t>
            </a:r>
            <a:r>
              <a:rPr lang="ko-KR" altLang="ko-KR" sz="1600" dirty="0" err="1"/>
              <a:t>mean</a:t>
            </a:r>
            <a:r>
              <a:rPr lang="ko-KR" altLang="ko-KR" sz="1600" dirty="0"/>
              <a:t> </a:t>
            </a:r>
            <a:r>
              <a:rPr lang="ko-KR" altLang="ko-KR" sz="1600" dirty="0" err="1"/>
              <a:t>expression</a:t>
            </a:r>
            <a:r>
              <a:rPr lang="ko-KR" altLang="ko-KR" sz="1600" dirty="0"/>
              <a:t> </a:t>
            </a:r>
            <a:r>
              <a:rPr lang="ko-KR" altLang="ko-KR" sz="1600" dirty="0" err="1"/>
              <a:t>was</a:t>
            </a:r>
            <a:r>
              <a:rPr lang="ko-KR" altLang="ko-KR" sz="1600" dirty="0"/>
              <a:t> </a:t>
            </a:r>
            <a:r>
              <a:rPr lang="ko-KR" altLang="ko-KR" sz="1600" dirty="0" err="1"/>
              <a:t>too</a:t>
            </a:r>
            <a:r>
              <a:rPr lang="ko-KR" altLang="ko-KR" sz="1600" dirty="0"/>
              <a:t> </a:t>
            </a:r>
            <a:r>
              <a:rPr lang="ko-KR" altLang="ko-KR" sz="1600" dirty="0" err="1"/>
              <a:t>similar</a:t>
            </a:r>
            <a:r>
              <a:rPr lang="ko-KR" altLang="ko-KR" sz="1600" dirty="0"/>
              <a:t> </a:t>
            </a:r>
            <a:r>
              <a:rPr lang="ko-KR" altLang="ko-KR" sz="1600" dirty="0" err="1"/>
              <a:t>across</a:t>
            </a:r>
            <a:r>
              <a:rPr lang="ko-KR" altLang="ko-KR" sz="1600" dirty="0"/>
              <a:t> </a:t>
            </a:r>
            <a:r>
              <a:rPr lang="ko-KR" altLang="ko-KR" sz="1600" dirty="0" err="1"/>
              <a:t>genes</a:t>
            </a:r>
            <a:r>
              <a:rPr lang="ko-KR" altLang="ko-KR" sz="1600" dirty="0"/>
              <a:t> </a:t>
            </a:r>
            <a:r>
              <a:rPr sz="1600" b="0" i="0" dirty="0">
                <a:solidFill>
                  <a:srgbClr val="1A1A1A"/>
                </a:solidFill>
              </a:rPr>
              <a:t>(std 0.13 vs real 0.57)</a:t>
            </a:r>
          </a:p>
          <a:p>
            <a:pPr marL="285750" indent="-285750">
              <a:lnSpc>
                <a:spcPct val="120000"/>
              </a:lnSpc>
              <a:spcAft>
                <a:spcPts val="400"/>
              </a:spcAft>
              <a:buFont typeface="Arial"/>
              <a:buChar char="-"/>
            </a:pPr>
            <a:r>
              <a:rPr sz="1600" b="1" i="0" dirty="0">
                <a:solidFill>
                  <a:srgbClr val="2E7D32"/>
                </a:solidFill>
              </a:rPr>
              <a:t>Fix: </a:t>
            </a:r>
            <a:r>
              <a:rPr lang="en-US" sz="1600" dirty="0">
                <a:solidFill>
                  <a:srgbClr val="1A1A1A"/>
                </a:solidFill>
              </a:rPr>
              <a:t>A</a:t>
            </a:r>
            <a:r>
              <a:rPr sz="1600" b="0" i="0" dirty="0">
                <a:solidFill>
                  <a:srgbClr val="1A1A1A"/>
                </a:solidFill>
              </a:rPr>
              <a:t> 16-dim vector</a:t>
            </a:r>
            <a:r>
              <a:rPr lang="en-US" sz="1600" b="0" i="0" dirty="0">
                <a:solidFill>
                  <a:srgbClr val="1A1A1A"/>
                </a:solidFill>
              </a:rPr>
              <a:t> (=name tag)</a:t>
            </a:r>
            <a:r>
              <a:rPr sz="1600" b="0" i="0" dirty="0">
                <a:solidFill>
                  <a:srgbClr val="1A1A1A"/>
                </a:solidFill>
              </a:rPr>
              <a:t> per gene as an extra input channel (paper's Emb(G), Eq. 3)</a:t>
            </a:r>
          </a:p>
        </p:txBody>
      </p:sp>
      <p:sp>
        <p:nvSpPr>
          <p:cNvPr id="13" name="Rounded Rectangle 12"/>
          <p:cNvSpPr/>
          <p:nvPr/>
        </p:nvSpPr>
        <p:spPr>
          <a:xfrm>
            <a:off x="640080" y="2926080"/>
            <a:ext cx="3401568" cy="1600200"/>
          </a:xfrm>
          <a:prstGeom prst="roundRect">
            <a:avLst>
              <a:gd name="adj" fmla="val 7000"/>
            </a:avLst>
          </a:prstGeom>
          <a:solidFill>
            <a:srgbClr val="E2F0E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lnSpc>
                <a:spcPct val="110000"/>
              </a:lnSpc>
              <a:spcAft>
                <a:spcPts val="400"/>
              </a:spcAft>
            </a:pPr>
            <a:r>
              <a:rPr sz="1600" b="1" i="0">
                <a:solidFill>
                  <a:srgbClr val="1F3864"/>
                </a:solidFill>
              </a:rPr>
              <a:t>RMSE ↓</a:t>
            </a:r>
          </a:p>
          <a:p>
            <a:pPr algn="ctr">
              <a:lnSpc>
                <a:spcPct val="110000"/>
              </a:lnSpc>
              <a:spcAft>
                <a:spcPts val="200"/>
              </a:spcAft>
            </a:pPr>
            <a:r>
              <a:rPr sz="2600" b="1" i="0">
                <a:solidFill>
                  <a:srgbClr val="595959"/>
                </a:solidFill>
              </a:rPr>
              <a:t>0.548</a:t>
            </a:r>
            <a:r>
              <a:rPr sz="2200" b="1" i="0">
                <a:solidFill>
                  <a:srgbClr val="595959"/>
                </a:solidFill>
              </a:rPr>
              <a:t>  →  </a:t>
            </a:r>
            <a:r>
              <a:rPr sz="3000" b="1" i="0">
                <a:solidFill>
                  <a:srgbClr val="2E7D32"/>
                </a:solidFill>
              </a:rPr>
              <a:t>0.066</a:t>
            </a:r>
          </a:p>
          <a:p>
            <a:pPr algn="ctr">
              <a:lnSpc>
                <a:spcPct val="110000"/>
              </a:lnSpc>
              <a:spcAft>
                <a:spcPts val="200"/>
              </a:spcAft>
            </a:pPr>
            <a:r>
              <a:rPr sz="1200" b="0" i="0">
                <a:solidFill>
                  <a:srgbClr val="595959"/>
                </a:solidFill>
              </a:rPr>
              <a:t>without → with gene emb</a:t>
            </a:r>
          </a:p>
        </p:txBody>
      </p:sp>
      <p:sp>
        <p:nvSpPr>
          <p:cNvPr id="14" name="Rounded Rectangle 13"/>
          <p:cNvSpPr/>
          <p:nvPr/>
        </p:nvSpPr>
        <p:spPr>
          <a:xfrm>
            <a:off x="4393692" y="2926080"/>
            <a:ext cx="3401568" cy="1600200"/>
          </a:xfrm>
          <a:prstGeom prst="roundRect">
            <a:avLst>
              <a:gd name="adj" fmla="val 7000"/>
            </a:avLst>
          </a:prstGeom>
          <a:solidFill>
            <a:srgbClr val="E2F0E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lnSpc>
                <a:spcPct val="110000"/>
              </a:lnSpc>
              <a:spcAft>
                <a:spcPts val="400"/>
              </a:spcAft>
            </a:pPr>
            <a:r>
              <a:rPr sz="1600" b="1" i="0">
                <a:solidFill>
                  <a:srgbClr val="1F3864"/>
                </a:solidFill>
              </a:rPr>
              <a:t>MMD PCA ↓</a:t>
            </a:r>
          </a:p>
          <a:p>
            <a:pPr algn="ctr">
              <a:lnSpc>
                <a:spcPct val="110000"/>
              </a:lnSpc>
              <a:spcAft>
                <a:spcPts val="200"/>
              </a:spcAft>
            </a:pPr>
            <a:r>
              <a:rPr sz="2600" b="1" i="0">
                <a:solidFill>
                  <a:srgbClr val="595959"/>
                </a:solidFill>
              </a:rPr>
              <a:t>14.76</a:t>
            </a:r>
            <a:r>
              <a:rPr sz="2200" b="1" i="0">
                <a:solidFill>
                  <a:srgbClr val="595959"/>
                </a:solidFill>
              </a:rPr>
              <a:t>  →  </a:t>
            </a:r>
            <a:r>
              <a:rPr sz="3000" b="1" i="0">
                <a:solidFill>
                  <a:srgbClr val="2E7D32"/>
                </a:solidFill>
              </a:rPr>
              <a:t>0.867</a:t>
            </a:r>
          </a:p>
          <a:p>
            <a:pPr algn="ctr">
              <a:lnSpc>
                <a:spcPct val="110000"/>
              </a:lnSpc>
              <a:spcAft>
                <a:spcPts val="200"/>
              </a:spcAft>
            </a:pPr>
            <a:r>
              <a:rPr sz="1200" b="0" i="0">
                <a:solidFill>
                  <a:srgbClr val="595959"/>
                </a:solidFill>
              </a:rPr>
              <a:t>without → with gene emb</a:t>
            </a:r>
          </a:p>
        </p:txBody>
      </p:sp>
      <p:sp>
        <p:nvSpPr>
          <p:cNvPr id="15" name="Rounded Rectangle 14"/>
          <p:cNvSpPr/>
          <p:nvPr/>
        </p:nvSpPr>
        <p:spPr>
          <a:xfrm>
            <a:off x="8147304" y="2926080"/>
            <a:ext cx="3401568" cy="1600200"/>
          </a:xfrm>
          <a:prstGeom prst="roundRect">
            <a:avLst>
              <a:gd name="adj" fmla="val 7000"/>
            </a:avLst>
          </a:prstGeom>
          <a:solidFill>
            <a:srgbClr val="E2F0E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ctr"/>
          <a:lstStyle/>
          <a:p>
            <a:pPr algn="ctr">
              <a:lnSpc>
                <a:spcPct val="110000"/>
              </a:lnSpc>
              <a:spcAft>
                <a:spcPts val="400"/>
              </a:spcAft>
            </a:pPr>
            <a:r>
              <a:rPr sz="1600" b="1" i="0">
                <a:solidFill>
                  <a:srgbClr val="1F3864"/>
                </a:solidFill>
              </a:rPr>
              <a:t>cos PCA ↑</a:t>
            </a:r>
          </a:p>
          <a:p>
            <a:pPr algn="ctr">
              <a:lnSpc>
                <a:spcPct val="110000"/>
              </a:lnSpc>
              <a:spcAft>
                <a:spcPts val="200"/>
              </a:spcAft>
            </a:pPr>
            <a:r>
              <a:rPr sz="2600" b="1" i="0">
                <a:solidFill>
                  <a:srgbClr val="595959"/>
                </a:solidFill>
              </a:rPr>
              <a:t>0.135</a:t>
            </a:r>
            <a:r>
              <a:rPr sz="2200" b="1" i="0">
                <a:solidFill>
                  <a:srgbClr val="595959"/>
                </a:solidFill>
              </a:rPr>
              <a:t>  →  </a:t>
            </a:r>
            <a:r>
              <a:rPr sz="3000" b="1" i="0">
                <a:solidFill>
                  <a:srgbClr val="2E7D32"/>
                </a:solidFill>
              </a:rPr>
              <a:t>0.618</a:t>
            </a:r>
          </a:p>
          <a:p>
            <a:pPr algn="ctr">
              <a:lnSpc>
                <a:spcPct val="110000"/>
              </a:lnSpc>
              <a:spcAft>
                <a:spcPts val="200"/>
              </a:spcAft>
            </a:pPr>
            <a:r>
              <a:rPr sz="1200" b="0" i="0">
                <a:solidFill>
                  <a:srgbClr val="595959"/>
                </a:solidFill>
              </a:rPr>
              <a:t>without → with gene emb</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2"/>
          <p:cNvSpPr>
            <a:spLocks noGrp="1"/>
          </p:cNvSpPr>
          <p:nvPr>
            <p:ph type="title"/>
          </p:nvPr>
        </p:nvSpPr>
        <p:spPr>
          <a:xfrm>
            <a:off x="640080" y="0"/>
            <a:ext cx="10495280" cy="532765"/>
          </a:xfrm>
        </p:spPr>
        <p:txBody>
          <a:bodyPr anchor="ctr">
            <a:normAutofit/>
          </a:bodyPr>
          <a:lstStyle/>
          <a:p>
            <a:r>
              <a:rPr lang="en-US" altLang="ko-KR" dirty="0"/>
              <a:t>Analysis - </a:t>
            </a:r>
            <a:r>
              <a:rPr kumimoji="1" lang="en-US" altLang="ko-KR" dirty="0"/>
              <a:t>Comparison (2) </a:t>
            </a:r>
            <a:endParaRPr lang="ko-KR" altLang="en-US" dirty="0"/>
          </a:p>
        </p:txBody>
      </p:sp>
      <p:sp>
        <p:nvSpPr>
          <p:cNvPr id="4" name="슬라이드 번호 개체 틀 5"/>
          <p:cNvSpPr>
            <a:spLocks noGrp="1"/>
          </p:cNvSpPr>
          <p:nvPr>
            <p:ph type="sldNum" sz="quarter" idx="12"/>
          </p:nvPr>
        </p:nvSpPr>
        <p:spPr>
          <a:xfrm>
            <a:off x="11394440" y="167640"/>
            <a:ext cx="680720" cy="365125"/>
          </a:xfrm>
        </p:spPr>
        <p:txBody>
          <a:bodyPr anchor="ctr">
            <a:normAutofit/>
          </a:bodyPr>
          <a:lstStyle/>
          <a:p>
            <a:pPr lvl="0">
              <a:spcAft>
                <a:spcPts val="600"/>
              </a:spcAft>
              <a:defRPr/>
            </a:pPr>
            <a:fld id="{270A37BF-2F50-41DA-93AE-68AB3A5DB358}" type="slidenum">
              <a:rPr lang="en-US" altLang="en-US" smtClean="0"/>
              <a:t>9</a:t>
            </a:fld>
            <a:endParaRPr lang="en-US" altLang="en-US"/>
          </a:p>
        </p:txBody>
      </p:sp>
      <p:grpSp>
        <p:nvGrpSpPr>
          <p:cNvPr id="9" name="그룹 8"/>
          <p:cNvGrpSpPr/>
          <p:nvPr/>
        </p:nvGrpSpPr>
        <p:grpSpPr>
          <a:xfrm>
            <a:off x="640079" y="633973"/>
            <a:ext cx="11435081" cy="496546"/>
            <a:chOff x="640078" y="575266"/>
            <a:chExt cx="13044315" cy="496546"/>
          </a:xfrm>
        </p:grpSpPr>
        <p:sp>
          <p:nvSpPr>
            <p:cNvPr id="10" name="TextBox 9"/>
            <p:cNvSpPr txBox="1"/>
            <p:nvPr/>
          </p:nvSpPr>
          <p:spPr>
            <a:xfrm>
              <a:off x="715781" y="575266"/>
              <a:ext cx="12968612" cy="496546"/>
            </a:xfrm>
            <a:prstGeom prst="rect">
              <a:avLst/>
            </a:prstGeom>
            <a:noFill/>
          </p:spPr>
          <p:txBody>
            <a:bodyPr wrap="square" anchor="ctr">
              <a:spAutoFit/>
            </a:bodyPr>
            <a:lstStyle/>
            <a:p>
              <a:pPr latinLnBrk="0">
                <a:lnSpc>
                  <a:spcPct val="150000"/>
                </a:lnSpc>
              </a:pPr>
              <a:r>
                <a:rPr kumimoji="1" lang="en-US" altLang="ko-KR" sz="2000" b="1" dirty="0">
                  <a:latin typeface="Arial" panose="020B0604020202020204" pitchFamily="34" charset="0"/>
                  <a:cs typeface="Arial" panose="020B0604020202020204" pitchFamily="34" charset="0"/>
                </a:rPr>
                <a:t>CFG weight — DEG recall vs distribution trade-off</a:t>
              </a:r>
            </a:p>
          </p:txBody>
        </p:sp>
        <p:sp>
          <p:nvSpPr>
            <p:cNvPr id="11" name="직사각형 10"/>
            <p:cNvSpPr/>
            <p:nvPr/>
          </p:nvSpPr>
          <p:spPr>
            <a:xfrm>
              <a:off x="640078" y="652703"/>
              <a:ext cx="108000" cy="394943"/>
            </a:xfrm>
            <a:prstGeom prst="rect">
              <a:avLst/>
            </a:prstGeom>
            <a:solidFill>
              <a:srgbClr val="CB6015"/>
            </a:solidFill>
            <a:ln>
              <a:noFill/>
            </a:ln>
          </p:spPr>
          <p:txBody>
            <a:bodyPr rtlCol="0" anchor="ctr"/>
            <a:lstStyle/>
            <a:p>
              <a:pPr algn="ctr"/>
              <a:endParaRPr lang="ko-KR" altLang="en-US"/>
            </a:p>
          </p:txBody>
        </p:sp>
      </p:grpSp>
      <p:graphicFrame>
        <p:nvGraphicFramePr>
          <p:cNvPr id="12" name="Table 11"/>
          <p:cNvGraphicFramePr>
            <a:graphicFrameLocks noGrp="1"/>
          </p:cNvGraphicFramePr>
          <p:nvPr>
            <p:extLst>
              <p:ext uri="{D42A27DB-BD31-4B8C-83A1-F6EECF244321}">
                <p14:modId xmlns:p14="http://schemas.microsoft.com/office/powerpoint/2010/main" val="489507605"/>
              </p:ext>
            </p:extLst>
          </p:nvPr>
        </p:nvGraphicFramePr>
        <p:xfrm>
          <a:off x="640080" y="1325880"/>
          <a:ext cx="6675120" cy="27432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548640">
                <a:tc>
                  <a:txBody>
                    <a:bodyPr/>
                    <a:lstStyle/>
                    <a:p>
                      <a:pPr algn="l"/>
                      <a:r>
                        <a:rPr sz="1600" b="1">
                          <a:solidFill>
                            <a:srgbClr val="FFFFFF"/>
                          </a:solidFill>
                        </a:rPr>
                        <a:t>Metric</a:t>
                      </a:r>
                    </a:p>
                  </a:txBody>
                  <a:tcPr anchor="ctr">
                    <a:solidFill>
                      <a:srgbClr val="1F3864"/>
                    </a:solidFill>
                  </a:tcPr>
                </a:tc>
                <a:tc>
                  <a:txBody>
                    <a:bodyPr/>
                    <a:lstStyle/>
                    <a:p>
                      <a:pPr algn="ctr"/>
                      <a:r>
                        <a:rPr sz="1600" b="1" dirty="0">
                          <a:solidFill>
                            <a:srgbClr val="FFFFFF"/>
                          </a:solidFill>
                        </a:rPr>
                        <a:t>CFG = 1</a:t>
                      </a:r>
                      <a:r>
                        <a:rPr lang="en-US" sz="1600" b="1" dirty="0">
                          <a:solidFill>
                            <a:srgbClr val="FFFFFF"/>
                          </a:solidFill>
                        </a:rPr>
                        <a:t>.0</a:t>
                      </a:r>
                      <a:endParaRPr sz="1600" b="1" dirty="0">
                        <a:solidFill>
                          <a:srgbClr val="FFFFFF"/>
                        </a:solidFill>
                      </a:endParaRPr>
                    </a:p>
                  </a:txBody>
                  <a:tcPr anchor="ctr">
                    <a:solidFill>
                      <a:srgbClr val="1F3864"/>
                    </a:solidFill>
                  </a:tcPr>
                </a:tc>
                <a:tc>
                  <a:txBody>
                    <a:bodyPr/>
                    <a:lstStyle/>
                    <a:p>
                      <a:pPr algn="ctr"/>
                      <a:r>
                        <a:rPr sz="1600" b="1" dirty="0">
                          <a:solidFill>
                            <a:srgbClr val="FFFFFF"/>
                          </a:solidFill>
                        </a:rPr>
                        <a:t>CFG = 3</a:t>
                      </a:r>
                      <a:r>
                        <a:rPr lang="en-US" sz="1600" b="1" dirty="0">
                          <a:solidFill>
                            <a:srgbClr val="FFFFFF"/>
                          </a:solidFill>
                        </a:rPr>
                        <a:t>.0</a:t>
                      </a:r>
                      <a:endParaRPr sz="1600" b="1" dirty="0">
                        <a:solidFill>
                          <a:srgbClr val="FFFFFF"/>
                        </a:solidFill>
                      </a:endParaRPr>
                    </a:p>
                  </a:txBody>
                  <a:tcPr anchor="ctr">
                    <a:solidFill>
                      <a:srgbClr val="1F3864"/>
                    </a:solidFill>
                  </a:tcPr>
                </a:tc>
                <a:tc>
                  <a:txBody>
                    <a:bodyPr/>
                    <a:lstStyle/>
                    <a:p>
                      <a:pPr algn="ctr"/>
                      <a:r>
                        <a:rPr sz="1600" b="1" dirty="0">
                          <a:solidFill>
                            <a:srgbClr val="FFFFFF"/>
                          </a:solidFill>
                        </a:rPr>
                        <a:t>CFG = 5</a:t>
                      </a:r>
                      <a:r>
                        <a:rPr lang="en-US" sz="1600" b="1" dirty="0">
                          <a:solidFill>
                            <a:srgbClr val="FFFFFF"/>
                          </a:solidFill>
                        </a:rPr>
                        <a:t>.0</a:t>
                      </a:r>
                      <a:endParaRPr sz="1600" b="1" dirty="0">
                        <a:solidFill>
                          <a:srgbClr val="FFFFFF"/>
                        </a:solidFill>
                      </a:endParaRPr>
                    </a:p>
                  </a:txBody>
                  <a:tcPr anchor="ctr">
                    <a:solidFill>
                      <a:srgbClr val="1F3864"/>
                    </a:solidFill>
                  </a:tcPr>
                </a:tc>
                <a:extLst>
                  <a:ext uri="{0D108BD9-81ED-4DB2-BD59-A6C34878D82A}">
                    <a16:rowId xmlns:a16="http://schemas.microsoft.com/office/drawing/2014/main" val="10000"/>
                  </a:ext>
                </a:extLst>
              </a:tr>
              <a:tr h="548640">
                <a:tc>
                  <a:txBody>
                    <a:bodyPr/>
                    <a:lstStyle/>
                    <a:p>
                      <a:pPr algn="l"/>
                      <a:r>
                        <a:rPr sz="1600" b="1">
                          <a:solidFill>
                            <a:srgbClr val="1A1A1A"/>
                          </a:solidFill>
                        </a:rPr>
                        <a:t>top-k recall ↑</a:t>
                      </a:r>
                    </a:p>
                  </a:txBody>
                  <a:tcPr anchor="ctr">
                    <a:solidFill>
                      <a:srgbClr val="FFFFFF"/>
                    </a:solidFill>
                  </a:tcPr>
                </a:tc>
                <a:tc>
                  <a:txBody>
                    <a:bodyPr/>
                    <a:lstStyle/>
                    <a:p>
                      <a:pPr algn="ctr"/>
                      <a:r>
                        <a:rPr sz="1600" b="0">
                          <a:solidFill>
                            <a:srgbClr val="1A1A1A"/>
                          </a:solidFill>
                        </a:rPr>
                        <a:t>0.188</a:t>
                      </a:r>
                    </a:p>
                  </a:txBody>
                  <a:tcPr anchor="ctr">
                    <a:solidFill>
                      <a:srgbClr val="FFFFFF"/>
                    </a:solidFill>
                  </a:tcPr>
                </a:tc>
                <a:tc>
                  <a:txBody>
                    <a:bodyPr/>
                    <a:lstStyle/>
                    <a:p>
                      <a:pPr algn="ctr"/>
                      <a:r>
                        <a:rPr sz="1600" b="0">
                          <a:solidFill>
                            <a:srgbClr val="1A1A1A"/>
                          </a:solidFill>
                        </a:rPr>
                        <a:t>0.349</a:t>
                      </a:r>
                    </a:p>
                  </a:txBody>
                  <a:tcPr anchor="ctr">
                    <a:solidFill>
                      <a:srgbClr val="FFFFFF"/>
                    </a:solidFill>
                  </a:tcPr>
                </a:tc>
                <a:tc>
                  <a:txBody>
                    <a:bodyPr/>
                    <a:lstStyle/>
                    <a:p>
                      <a:pPr algn="ctr"/>
                      <a:r>
                        <a:rPr sz="1600" b="1">
                          <a:solidFill>
                            <a:srgbClr val="2E7D32"/>
                          </a:solidFill>
                        </a:rPr>
                        <a:t>0.358</a:t>
                      </a:r>
                    </a:p>
                  </a:txBody>
                  <a:tcPr anchor="ctr">
                    <a:solidFill>
                      <a:srgbClr val="E2F0E2"/>
                    </a:solidFill>
                  </a:tcPr>
                </a:tc>
                <a:extLst>
                  <a:ext uri="{0D108BD9-81ED-4DB2-BD59-A6C34878D82A}">
                    <a16:rowId xmlns:a16="http://schemas.microsoft.com/office/drawing/2014/main" val="10001"/>
                  </a:ext>
                </a:extLst>
              </a:tr>
              <a:tr h="548640">
                <a:tc>
                  <a:txBody>
                    <a:bodyPr/>
                    <a:lstStyle/>
                    <a:p>
                      <a:pPr algn="l"/>
                      <a:r>
                        <a:rPr sz="1600" b="1">
                          <a:solidFill>
                            <a:srgbClr val="1A1A1A"/>
                          </a:solidFill>
                        </a:rPr>
                        <a:t>MMD PCA ↓</a:t>
                      </a:r>
                    </a:p>
                  </a:txBody>
                  <a:tcPr anchor="ctr">
                    <a:solidFill>
                      <a:srgbClr val="F7F7F7"/>
                    </a:solidFill>
                  </a:tcPr>
                </a:tc>
                <a:tc>
                  <a:txBody>
                    <a:bodyPr/>
                    <a:lstStyle/>
                    <a:p>
                      <a:pPr algn="ctr"/>
                      <a:r>
                        <a:rPr sz="1600" b="1">
                          <a:solidFill>
                            <a:srgbClr val="2E7D32"/>
                          </a:solidFill>
                        </a:rPr>
                        <a:t>0.867</a:t>
                      </a:r>
                    </a:p>
                  </a:txBody>
                  <a:tcPr anchor="ctr">
                    <a:solidFill>
                      <a:srgbClr val="E2F0E2"/>
                    </a:solidFill>
                  </a:tcPr>
                </a:tc>
                <a:tc>
                  <a:txBody>
                    <a:bodyPr/>
                    <a:lstStyle/>
                    <a:p>
                      <a:pPr algn="ctr"/>
                      <a:r>
                        <a:rPr sz="1600" b="0">
                          <a:solidFill>
                            <a:srgbClr val="1A1A1A"/>
                          </a:solidFill>
                        </a:rPr>
                        <a:t>3.03</a:t>
                      </a:r>
                    </a:p>
                  </a:txBody>
                  <a:tcPr anchor="ctr">
                    <a:solidFill>
                      <a:srgbClr val="F7F7F7"/>
                    </a:solidFill>
                  </a:tcPr>
                </a:tc>
                <a:tc>
                  <a:txBody>
                    <a:bodyPr/>
                    <a:lstStyle/>
                    <a:p>
                      <a:pPr algn="ctr"/>
                      <a:r>
                        <a:rPr sz="1600" b="0">
                          <a:solidFill>
                            <a:srgbClr val="1A1A1A"/>
                          </a:solidFill>
                        </a:rPr>
                        <a:t>6.08</a:t>
                      </a:r>
                    </a:p>
                  </a:txBody>
                  <a:tcPr anchor="ctr">
                    <a:solidFill>
                      <a:srgbClr val="F7F7F7"/>
                    </a:solidFill>
                  </a:tcPr>
                </a:tc>
                <a:extLst>
                  <a:ext uri="{0D108BD9-81ED-4DB2-BD59-A6C34878D82A}">
                    <a16:rowId xmlns:a16="http://schemas.microsoft.com/office/drawing/2014/main" val="10002"/>
                  </a:ext>
                </a:extLst>
              </a:tr>
              <a:tr h="548640">
                <a:tc>
                  <a:txBody>
                    <a:bodyPr/>
                    <a:lstStyle/>
                    <a:p>
                      <a:pPr algn="l"/>
                      <a:r>
                        <a:rPr sz="1600" b="1">
                          <a:solidFill>
                            <a:srgbClr val="1A1A1A"/>
                          </a:solidFill>
                        </a:rPr>
                        <a:t>RMSE rank ↓</a:t>
                      </a:r>
                    </a:p>
                  </a:txBody>
                  <a:tcPr anchor="ctr">
                    <a:solidFill>
                      <a:srgbClr val="FFFFFF"/>
                    </a:solidFill>
                  </a:tcPr>
                </a:tc>
                <a:tc>
                  <a:txBody>
                    <a:bodyPr/>
                    <a:lstStyle/>
                    <a:p>
                      <a:pPr algn="ctr"/>
                      <a:r>
                        <a:rPr sz="1600" b="1">
                          <a:solidFill>
                            <a:srgbClr val="2E7D32"/>
                          </a:solidFill>
                        </a:rPr>
                        <a:t>0.086</a:t>
                      </a:r>
                    </a:p>
                  </a:txBody>
                  <a:tcPr anchor="ctr">
                    <a:solidFill>
                      <a:srgbClr val="E2F0E2"/>
                    </a:solidFill>
                  </a:tcPr>
                </a:tc>
                <a:tc>
                  <a:txBody>
                    <a:bodyPr/>
                    <a:lstStyle/>
                    <a:p>
                      <a:pPr algn="ctr"/>
                      <a:r>
                        <a:rPr sz="1600" b="0">
                          <a:solidFill>
                            <a:srgbClr val="1A1A1A"/>
                          </a:solidFill>
                        </a:rPr>
                        <a:t>0.315</a:t>
                      </a:r>
                    </a:p>
                  </a:txBody>
                  <a:tcPr anchor="ctr">
                    <a:solidFill>
                      <a:srgbClr val="FFFFFF"/>
                    </a:solidFill>
                  </a:tcPr>
                </a:tc>
                <a:tc>
                  <a:txBody>
                    <a:bodyPr/>
                    <a:lstStyle/>
                    <a:p>
                      <a:pPr algn="ctr"/>
                      <a:r>
                        <a:rPr sz="1600" b="0">
                          <a:solidFill>
                            <a:srgbClr val="1A1A1A"/>
                          </a:solidFill>
                        </a:rPr>
                        <a:t>0.388</a:t>
                      </a:r>
                    </a:p>
                  </a:txBody>
                  <a:tcPr anchor="ctr">
                    <a:solidFill>
                      <a:srgbClr val="FFFFFF"/>
                    </a:solidFill>
                  </a:tcPr>
                </a:tc>
                <a:extLst>
                  <a:ext uri="{0D108BD9-81ED-4DB2-BD59-A6C34878D82A}">
                    <a16:rowId xmlns:a16="http://schemas.microsoft.com/office/drawing/2014/main" val="10003"/>
                  </a:ext>
                </a:extLst>
              </a:tr>
              <a:tr h="548640">
                <a:tc>
                  <a:txBody>
                    <a:bodyPr/>
                    <a:lstStyle/>
                    <a:p>
                      <a:pPr algn="l"/>
                      <a:r>
                        <a:rPr sz="1600" b="1">
                          <a:solidFill>
                            <a:srgbClr val="1A1A1A"/>
                          </a:solidFill>
                        </a:rPr>
                        <a:t>RMSE ↓</a:t>
                      </a:r>
                    </a:p>
                  </a:txBody>
                  <a:tcPr anchor="ctr">
                    <a:solidFill>
                      <a:srgbClr val="F7F7F7"/>
                    </a:solidFill>
                  </a:tcPr>
                </a:tc>
                <a:tc>
                  <a:txBody>
                    <a:bodyPr/>
                    <a:lstStyle/>
                    <a:p>
                      <a:pPr algn="ctr"/>
                      <a:r>
                        <a:rPr sz="1600" b="1">
                          <a:solidFill>
                            <a:srgbClr val="2E7D32"/>
                          </a:solidFill>
                        </a:rPr>
                        <a:t>0.066</a:t>
                      </a:r>
                    </a:p>
                  </a:txBody>
                  <a:tcPr anchor="ctr">
                    <a:solidFill>
                      <a:srgbClr val="E2F0E2"/>
                    </a:solidFill>
                  </a:tcPr>
                </a:tc>
                <a:tc>
                  <a:txBody>
                    <a:bodyPr/>
                    <a:lstStyle/>
                    <a:p>
                      <a:pPr algn="ctr"/>
                      <a:r>
                        <a:rPr sz="1600" b="0">
                          <a:solidFill>
                            <a:srgbClr val="1A1A1A"/>
                          </a:solidFill>
                        </a:rPr>
                        <a:t>0.128</a:t>
                      </a:r>
                    </a:p>
                  </a:txBody>
                  <a:tcPr anchor="ctr">
                    <a:solidFill>
                      <a:srgbClr val="F7F7F7"/>
                    </a:solidFill>
                  </a:tcPr>
                </a:tc>
                <a:tc>
                  <a:txBody>
                    <a:bodyPr/>
                    <a:lstStyle/>
                    <a:p>
                      <a:pPr algn="ctr"/>
                      <a:r>
                        <a:rPr sz="1600" b="0" dirty="0">
                          <a:solidFill>
                            <a:srgbClr val="1A1A1A"/>
                          </a:solidFill>
                        </a:rPr>
                        <a:t>0.197</a:t>
                      </a:r>
                    </a:p>
                  </a:txBody>
                  <a:tcPr anchor="ctr">
                    <a:solidFill>
                      <a:srgbClr val="F7F7F7"/>
                    </a:solidFill>
                  </a:tcPr>
                </a:tc>
                <a:extLst>
                  <a:ext uri="{0D108BD9-81ED-4DB2-BD59-A6C34878D82A}">
                    <a16:rowId xmlns:a16="http://schemas.microsoft.com/office/drawing/2014/main" val="10004"/>
                  </a:ext>
                </a:extLst>
              </a:tr>
            </a:tbl>
          </a:graphicData>
        </a:graphic>
      </p:graphicFrame>
      <p:sp>
        <p:nvSpPr>
          <p:cNvPr id="13" name="TextBox 12"/>
          <p:cNvSpPr txBox="1"/>
          <p:nvPr/>
        </p:nvSpPr>
        <p:spPr>
          <a:xfrm>
            <a:off x="640080" y="4251960"/>
            <a:ext cx="6675120" cy="308739"/>
          </a:xfrm>
          <a:prstGeom prst="rect">
            <a:avLst/>
          </a:prstGeom>
          <a:noFill/>
        </p:spPr>
        <p:txBody>
          <a:bodyPr wrap="square" anchor="t">
            <a:spAutoFit/>
          </a:bodyPr>
          <a:lstStyle/>
          <a:p>
            <a:pPr algn="r">
              <a:lnSpc>
                <a:spcPct val="120000"/>
              </a:lnSpc>
              <a:spcAft>
                <a:spcPts val="400"/>
              </a:spcAft>
            </a:pPr>
            <a:r>
              <a:rPr lang="en-US" sz="1300" b="0" i="0" dirty="0">
                <a:solidFill>
                  <a:srgbClr val="595959"/>
                </a:solidFill>
              </a:rPr>
              <a:t>* </a:t>
            </a:r>
            <a:r>
              <a:rPr sz="1300" b="0" i="0" dirty="0">
                <a:solidFill>
                  <a:srgbClr val="595959"/>
                </a:solidFill>
              </a:rPr>
              <a:t>green = best in the row</a:t>
            </a:r>
          </a:p>
        </p:txBody>
      </p:sp>
      <p:sp>
        <p:nvSpPr>
          <p:cNvPr id="14" name="TextBox 13"/>
          <p:cNvSpPr txBox="1"/>
          <p:nvPr/>
        </p:nvSpPr>
        <p:spPr>
          <a:xfrm>
            <a:off x="7713617" y="1231727"/>
            <a:ext cx="3931920" cy="2978829"/>
          </a:xfrm>
          <a:prstGeom prst="rect">
            <a:avLst/>
          </a:prstGeom>
          <a:noFill/>
        </p:spPr>
        <p:txBody>
          <a:bodyPr wrap="square" anchor="t">
            <a:spAutoFit/>
          </a:bodyPr>
          <a:lstStyle/>
          <a:p>
            <a:pPr marL="285750" indent="-285750">
              <a:lnSpc>
                <a:spcPct val="120000"/>
              </a:lnSpc>
              <a:spcAft>
                <a:spcPts val="400"/>
              </a:spcAft>
              <a:buFont typeface="Arial"/>
              <a:buChar char="-"/>
            </a:pPr>
            <a:r>
              <a:rPr sz="1600" b="1" i="0" dirty="0">
                <a:solidFill>
                  <a:srgbClr val="1A1A1A"/>
                </a:solidFill>
              </a:rPr>
              <a:t>w = 1</a:t>
            </a:r>
            <a:r>
              <a:rPr sz="1600" b="0" i="0" dirty="0">
                <a:solidFill>
                  <a:srgbClr val="1A1A1A"/>
                </a:solidFill>
              </a:rPr>
              <a:t> → no guidance</a:t>
            </a:r>
            <a:endParaRPr lang="en-US" sz="1600" dirty="0">
              <a:solidFill>
                <a:srgbClr val="1A1A1A"/>
              </a:solidFill>
            </a:endParaRPr>
          </a:p>
          <a:p>
            <a:pPr marL="285750" indent="-285750">
              <a:lnSpc>
                <a:spcPct val="120000"/>
              </a:lnSpc>
              <a:spcAft>
                <a:spcPts val="400"/>
              </a:spcAft>
              <a:buFont typeface="Arial"/>
              <a:buChar char="-"/>
            </a:pPr>
            <a:r>
              <a:rPr sz="1600" b="1" i="0" dirty="0">
                <a:solidFill>
                  <a:srgbClr val="1A1A1A"/>
                </a:solidFill>
              </a:rPr>
              <a:t>w &gt; 1</a:t>
            </a:r>
            <a:r>
              <a:rPr sz="1600" b="0" i="0" dirty="0">
                <a:solidFill>
                  <a:srgbClr val="1A1A1A"/>
                </a:solidFill>
              </a:rPr>
              <a:t> → push harder toward </a:t>
            </a:r>
            <a:br>
              <a:rPr lang="en-US" sz="1600" b="0" i="0" dirty="0">
                <a:solidFill>
                  <a:srgbClr val="1A1A1A"/>
                </a:solidFill>
              </a:rPr>
            </a:br>
            <a:r>
              <a:rPr sz="1600" b="0" i="0" dirty="0">
                <a:solidFill>
                  <a:srgbClr val="1A1A1A"/>
                </a:solidFill>
              </a:rPr>
              <a:t>the condition</a:t>
            </a:r>
            <a:endParaRPr lang="en-US" sz="1600" b="0" i="0" dirty="0">
              <a:solidFill>
                <a:srgbClr val="1A1A1A"/>
              </a:solidFill>
            </a:endParaRPr>
          </a:p>
          <a:p>
            <a:pPr>
              <a:lnSpc>
                <a:spcPct val="120000"/>
              </a:lnSpc>
              <a:spcAft>
                <a:spcPts val="400"/>
              </a:spcAft>
            </a:pPr>
            <a:endParaRPr sz="1600" b="0" i="0" dirty="0">
              <a:solidFill>
                <a:srgbClr val="1A1A1A"/>
              </a:solidFill>
            </a:endParaRPr>
          </a:p>
          <a:p>
            <a:pPr marL="285750" indent="-285750">
              <a:lnSpc>
                <a:spcPct val="120000"/>
              </a:lnSpc>
              <a:spcAft>
                <a:spcPts val="400"/>
              </a:spcAft>
              <a:buFont typeface="Arial"/>
              <a:buChar char="-"/>
            </a:pPr>
            <a:r>
              <a:rPr lang="en-US" sz="1600" b="1" dirty="0">
                <a:solidFill>
                  <a:srgbClr val="1A1A1A"/>
                </a:solidFill>
              </a:rPr>
              <a:t>H</a:t>
            </a:r>
            <a:r>
              <a:rPr sz="1600" b="1" i="0" dirty="0">
                <a:solidFill>
                  <a:srgbClr val="1A1A1A"/>
                </a:solidFill>
              </a:rPr>
              <a:t>igher </a:t>
            </a:r>
            <a:r>
              <a:rPr lang="en-US" sz="1600" b="1" dirty="0">
                <a:solidFill>
                  <a:srgbClr val="1A1A1A"/>
                </a:solidFill>
              </a:rPr>
              <a:t>CFG w</a:t>
            </a:r>
            <a:r>
              <a:rPr sz="1600" b="0" i="0" dirty="0">
                <a:solidFill>
                  <a:srgbClr val="1A1A1A"/>
                </a:solidFill>
              </a:rPr>
              <a:t>: more top DEGs </a:t>
            </a:r>
            <a:br>
              <a:rPr lang="en-US" sz="1600" b="0" i="0" dirty="0">
                <a:solidFill>
                  <a:srgbClr val="1A1A1A"/>
                </a:solidFill>
              </a:rPr>
            </a:br>
            <a:r>
              <a:rPr sz="1600" b="0" i="0" dirty="0">
                <a:solidFill>
                  <a:srgbClr val="1A1A1A"/>
                </a:solidFill>
              </a:rPr>
              <a:t>found, but </a:t>
            </a:r>
            <a:r>
              <a:rPr lang="en-US" sz="1600" b="0" i="0" dirty="0">
                <a:solidFill>
                  <a:srgbClr val="1A1A1A"/>
                </a:solidFill>
              </a:rPr>
              <a:t>MMD gets worse </a:t>
            </a:r>
            <a:br>
              <a:rPr lang="en-US" sz="1600" b="0" i="0" dirty="0">
                <a:solidFill>
                  <a:srgbClr val="1A1A1A"/>
                </a:solidFill>
              </a:rPr>
            </a:br>
            <a:r>
              <a:rPr lang="en-US" sz="1600" b="0" i="0" dirty="0">
                <a:solidFill>
                  <a:srgbClr val="1A1A1A"/>
                </a:solidFill>
              </a:rPr>
              <a:t>and specificity drops</a:t>
            </a:r>
          </a:p>
          <a:p>
            <a:pPr>
              <a:lnSpc>
                <a:spcPct val="120000"/>
              </a:lnSpc>
              <a:spcAft>
                <a:spcPts val="400"/>
              </a:spcAft>
            </a:pPr>
            <a:endParaRPr lang="en-US" sz="1600" b="0" i="0" dirty="0">
              <a:solidFill>
                <a:srgbClr val="1A1A1A"/>
              </a:solidFill>
            </a:endParaRPr>
          </a:p>
          <a:p>
            <a:pPr>
              <a:lnSpc>
                <a:spcPct val="120000"/>
              </a:lnSpc>
              <a:spcAft>
                <a:spcPts val="400"/>
              </a:spcAft>
            </a:pPr>
            <a:r>
              <a:rPr lang="en-US" sz="1600" b="1" dirty="0">
                <a:solidFill>
                  <a:srgbClr val="CB6015"/>
                </a:solidFill>
              </a:rPr>
              <a:t>- </a:t>
            </a:r>
            <a:r>
              <a:rPr sz="1600" b="1" i="0" dirty="0">
                <a:solidFill>
                  <a:srgbClr val="CB6015"/>
                </a:solidFill>
              </a:rPr>
              <a:t>main model: CFG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2"/>
          <p:cNvSpPr>
            <a:spLocks noGrp="1"/>
          </p:cNvSpPr>
          <p:nvPr>
            <p:ph type="title"/>
          </p:nvPr>
        </p:nvSpPr>
        <p:spPr>
          <a:xfrm>
            <a:off x="640080" y="0"/>
            <a:ext cx="10495280" cy="532765"/>
          </a:xfrm>
        </p:spPr>
        <p:txBody>
          <a:bodyPr anchor="ctr">
            <a:normAutofit/>
          </a:bodyPr>
          <a:lstStyle/>
          <a:p>
            <a:r>
              <a:rPr lang="en-US" altLang="ko-KR" dirty="0"/>
              <a:t>Appendix</a:t>
            </a:r>
            <a:endParaRPr lang="ko-KR" altLang="en-US" dirty="0"/>
          </a:p>
        </p:txBody>
      </p:sp>
      <p:sp>
        <p:nvSpPr>
          <p:cNvPr id="4" name="슬라이드 번호 개체 틀 5"/>
          <p:cNvSpPr>
            <a:spLocks noGrp="1"/>
          </p:cNvSpPr>
          <p:nvPr>
            <p:ph type="sldNum" sz="quarter" idx="12"/>
          </p:nvPr>
        </p:nvSpPr>
        <p:spPr>
          <a:xfrm>
            <a:off x="11394440" y="167640"/>
            <a:ext cx="680720" cy="365125"/>
          </a:xfrm>
        </p:spPr>
        <p:txBody>
          <a:bodyPr anchor="ctr">
            <a:normAutofit/>
          </a:bodyPr>
          <a:lstStyle/>
          <a:p>
            <a:pPr lvl="0">
              <a:spcAft>
                <a:spcPts val="600"/>
              </a:spcAft>
              <a:defRPr/>
            </a:pPr>
            <a:fld id="{270A37BF-2F50-41DA-93AE-68AB3A5DB358}" type="slidenum">
              <a:rPr lang="en-US" altLang="en-US" smtClean="0"/>
              <a:t>10</a:t>
            </a:fld>
            <a:endParaRPr lang="en-US" altLang="en-US"/>
          </a:p>
        </p:txBody>
      </p:sp>
      <p:grpSp>
        <p:nvGrpSpPr>
          <p:cNvPr id="9" name="그룹 8"/>
          <p:cNvGrpSpPr/>
          <p:nvPr/>
        </p:nvGrpSpPr>
        <p:grpSpPr>
          <a:xfrm>
            <a:off x="640079" y="633973"/>
            <a:ext cx="11435081" cy="496546"/>
            <a:chOff x="640078" y="575266"/>
            <a:chExt cx="13044315" cy="496546"/>
          </a:xfrm>
        </p:grpSpPr>
        <p:sp>
          <p:nvSpPr>
            <p:cNvPr id="10" name="TextBox 9"/>
            <p:cNvSpPr txBox="1"/>
            <p:nvPr/>
          </p:nvSpPr>
          <p:spPr>
            <a:xfrm>
              <a:off x="715781" y="575266"/>
              <a:ext cx="12968612" cy="496546"/>
            </a:xfrm>
            <a:prstGeom prst="rect">
              <a:avLst/>
            </a:prstGeom>
            <a:noFill/>
          </p:spPr>
          <p:txBody>
            <a:bodyPr wrap="square" anchor="ctr">
              <a:spAutoFit/>
            </a:bodyPr>
            <a:lstStyle/>
            <a:p>
              <a:pPr latinLnBrk="0">
                <a:lnSpc>
                  <a:spcPct val="150000"/>
                </a:lnSpc>
              </a:pPr>
              <a:r>
                <a:rPr kumimoji="1" lang="en-US" altLang="ko-KR" sz="2000" b="1" dirty="0">
                  <a:latin typeface="Arial" panose="020B0604020202020204" pitchFamily="34" charset="0"/>
                  <a:cs typeface="Arial" panose="020B0604020202020204" pitchFamily="34" charset="0"/>
                </a:rPr>
                <a:t>All 10 metrics — raw values (color = rank among the 7 models)</a:t>
              </a:r>
            </a:p>
          </p:txBody>
        </p:sp>
        <p:sp>
          <p:nvSpPr>
            <p:cNvPr id="11" name="직사각형 10"/>
            <p:cNvSpPr/>
            <p:nvPr/>
          </p:nvSpPr>
          <p:spPr>
            <a:xfrm>
              <a:off x="640078" y="652703"/>
              <a:ext cx="108000" cy="394943"/>
            </a:xfrm>
            <a:prstGeom prst="rect">
              <a:avLst/>
            </a:prstGeom>
            <a:solidFill>
              <a:srgbClr val="CB6015"/>
            </a:solidFill>
            <a:ln>
              <a:noFill/>
            </a:ln>
          </p:spPr>
          <p:txBody>
            <a:bodyPr rtlCol="0" anchor="ctr"/>
            <a:lstStyle/>
            <a:p>
              <a:pPr algn="ctr"/>
              <a:endParaRPr lang="ko-KR" altLang="en-US"/>
            </a:p>
          </p:txBody>
        </p:sp>
      </p:grpSp>
      <p:pic>
        <p:nvPicPr>
          <p:cNvPr id="12" name="Picture 11" descr="fig_heatmap.png"/>
          <p:cNvPicPr>
            <a:picLocks noChangeAspect="1"/>
          </p:cNvPicPr>
          <p:nvPr/>
        </p:nvPicPr>
        <p:blipFill>
          <a:blip r:embed="rId3"/>
          <a:stretch>
            <a:fillRect/>
          </a:stretch>
        </p:blipFill>
        <p:spPr>
          <a:xfrm>
            <a:off x="868680" y="1234440"/>
            <a:ext cx="10424160" cy="4435813"/>
          </a:xfrm>
          <a:prstGeom prst="rect">
            <a:avLst/>
          </a:prstGeom>
        </p:spPr>
      </p:pic>
      <p:cxnSp>
        <p:nvCxnSpPr>
          <p:cNvPr id="3" name="직선 연결선 2">
            <a:extLst>
              <a:ext uri="{FF2B5EF4-FFF2-40B4-BE49-F238E27FC236}">
                <a16:creationId xmlns:a16="http://schemas.microsoft.com/office/drawing/2014/main" id="{CB57D414-3599-9164-6697-9F96BFDD8ED2}"/>
              </a:ext>
            </a:extLst>
          </p:cNvPr>
          <p:cNvCxnSpPr/>
          <p:nvPr/>
        </p:nvCxnSpPr>
        <p:spPr>
          <a:xfrm>
            <a:off x="6337300" y="1727200"/>
            <a:ext cx="0" cy="40386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직선 연결선 4">
            <a:extLst>
              <a:ext uri="{FF2B5EF4-FFF2-40B4-BE49-F238E27FC236}">
                <a16:creationId xmlns:a16="http://schemas.microsoft.com/office/drawing/2014/main" id="{946D5011-7281-FC0F-B121-72DC4C16C0FB}"/>
              </a:ext>
            </a:extLst>
          </p:cNvPr>
          <p:cNvCxnSpPr/>
          <p:nvPr/>
        </p:nvCxnSpPr>
        <p:spPr>
          <a:xfrm>
            <a:off x="9588500" y="1727200"/>
            <a:ext cx="0" cy="40386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직선 연결선 5">
            <a:extLst>
              <a:ext uri="{FF2B5EF4-FFF2-40B4-BE49-F238E27FC236}">
                <a16:creationId xmlns:a16="http://schemas.microsoft.com/office/drawing/2014/main" id="{3B34C189-90F7-5595-092B-19EF4FF1892B}"/>
              </a:ext>
            </a:extLst>
          </p:cNvPr>
          <p:cNvCxnSpPr/>
          <p:nvPr/>
        </p:nvCxnSpPr>
        <p:spPr>
          <a:xfrm>
            <a:off x="10401300" y="1727200"/>
            <a:ext cx="0" cy="40386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7969</TotalTime>
  <Words>2368</Words>
  <Application>Microsoft Office PowerPoint</Application>
  <PresentationFormat>와이드스크린</PresentationFormat>
  <Paragraphs>215</Paragraphs>
  <Slides>10</Slides>
  <Notes>10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10</vt:i4>
      </vt:variant>
    </vt:vector>
  </HeadingPairs>
  <TitlesOfParts>
    <vt:vector size="14" baseType="lpstr">
      <vt:lpstr>맑은 고딕</vt:lpstr>
      <vt:lpstr>Arial</vt:lpstr>
      <vt:lpstr>Wingdings</vt:lpstr>
      <vt:lpstr>Office 테마</vt:lpstr>
      <vt:lpstr>PRiMeFlow Feedback reflected results (3) </vt:lpstr>
      <vt:lpstr>Evaluation</vt:lpstr>
      <vt:lpstr>Evaluation</vt:lpstr>
      <vt:lpstr>Evaluation</vt:lpstr>
      <vt:lpstr>Results - Comparison (1; main)</vt:lpstr>
      <vt:lpstr>Results - Comparison (1; main)</vt:lpstr>
      <vt:lpstr>Results</vt:lpstr>
      <vt:lpstr>Analysis - Comparison (2) </vt:lpstr>
      <vt:lpstr>Analysis - Comparison (2) </vt:lpstr>
      <vt:lpstr>Appendix</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subject/>
  <dc:creator/>
  <cp:keywords/>
  <dc:description/>
  <cp:lastModifiedBy>태현 고</cp:lastModifiedBy>
  <cp:revision>38</cp:revision>
  <cp:lastPrinted>2025-09-22T09:58:03Z</cp:lastPrinted>
  <dcterms:created xsi:type="dcterms:W3CDTF">2024-11-25T04:45:17Z</dcterms:created>
  <dcterms:modified xsi:type="dcterms:W3CDTF">2026-10-14T18:26:58Z</dcterms:modified>
  <cp:category/>
</cp:coreProperties>
</file>